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57" r:id="rId6"/>
    <p:sldId id="258" r:id="rId7"/>
    <p:sldId id="259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5" d="100"/>
          <a:sy n="85" d="100"/>
        </p:scale>
        <p:origin x="59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8" d="100"/>
          <a:sy n="58" d="100"/>
        </p:scale>
        <p:origin x="1974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EAAF3-9831-450B-8D59-2C09DB96C8FC}" type="datetimeFigureOut">
              <a:rPr lang="en-US"/>
              <a:t>11/9/2025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34459-7356-44BF-850D-8B30C4FB3B6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9016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0CD79-FC16-4410-AB61-17F26E6D3BC8}" type="datetimeFigureOut">
              <a:rPr lang="en-US"/>
              <a:t>11/9/2025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C37BE-C303-496D-B5CD-85F2937540F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0842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1" dirty="0">
                <a:latin typeface="Arial" pitchFamily="34" charset="0"/>
                <a:cs typeface="Arial" pitchFamily="34" charset="0"/>
              </a:rPr>
              <a:t>NOTE:</a:t>
            </a:r>
          </a:p>
          <a:p>
            <a:r>
              <a:rPr lang="en-US" i="1" dirty="0">
                <a:latin typeface="Arial" pitchFamily="34" charset="0"/>
                <a:cs typeface="Arial" pitchFamily="34" charset="0"/>
              </a:rPr>
              <a:t>To change the  image on this slide, select the picture and delete it. Then click the Pictures icon in the placeholder to insert your own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150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11/9/2025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75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11/9/2025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" name="Picture Placeholder 10" descr="An empty placeholder to add an image. Click on the placeholder and select the image that you wish to add.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4" name="Group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Straight Connector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673943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11/9/2025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267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11/9/2025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779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11/9/2025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101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11/9/2025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811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11/9/2025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41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11/9/2025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976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11/9/2025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3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11/9/2025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207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11/9/2025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grpSp>
        <p:nvGrpSpPr>
          <p:cNvPr id="7" name="Group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Straight Connector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592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Straight Connector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4625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hivam-singh6110/ML_Project.gi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1104900" y="2292095"/>
            <a:ext cx="5734050" cy="1136906"/>
          </a:xfrm>
        </p:spPr>
        <p:txBody>
          <a:bodyPr anchor="ctr">
            <a:normAutofit/>
          </a:bodyPr>
          <a:lstStyle/>
          <a:p>
            <a:r>
              <a:rPr lang="en-US" sz="1800" b="1" dirty="0"/>
              <a:t>Towards Robust Model-Based Reinforcement Learning </a:t>
            </a:r>
            <a:br>
              <a:rPr lang="en-US" sz="1800" dirty="0"/>
            </a:br>
            <a:r>
              <a:rPr lang="en-US" sz="1800" dirty="0"/>
              <a:t>Against Adversarial Corruption 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1104900" y="3514166"/>
            <a:ext cx="5734050" cy="1953184"/>
          </a:xfrm>
        </p:spPr>
        <p:txBody>
          <a:bodyPr/>
          <a:lstStyle/>
          <a:p>
            <a:r>
              <a:rPr lang="en-US" dirty="0" err="1"/>
              <a:t>Conference:ICML</a:t>
            </a:r>
            <a:r>
              <a:rPr lang="en-US" dirty="0"/>
              <a:t>(2024)</a:t>
            </a:r>
          </a:p>
          <a:p>
            <a:endParaRPr lang="en-US" dirty="0"/>
          </a:p>
          <a:p>
            <a:r>
              <a:rPr lang="en-US" dirty="0"/>
              <a:t>Submitted By:</a:t>
            </a:r>
          </a:p>
          <a:p>
            <a:r>
              <a:rPr lang="en-US" dirty="0"/>
              <a:t>Name: Shivam Kumar(2446067)</a:t>
            </a:r>
          </a:p>
          <a:p>
            <a:r>
              <a:rPr lang="en-US" dirty="0"/>
              <a:t>Name: Amit Kumar </a:t>
            </a:r>
            <a:r>
              <a:rPr lang="en-US" dirty="0" err="1"/>
              <a:t>singh</a:t>
            </a:r>
            <a:r>
              <a:rPr lang="en-US" dirty="0"/>
              <a:t>(2446068)</a:t>
            </a:r>
          </a:p>
          <a:p>
            <a:r>
              <a:rPr lang="en-US" dirty="0"/>
              <a:t>Name: Kaushal kumar </a:t>
            </a:r>
            <a:r>
              <a:rPr lang="en-US" dirty="0" err="1"/>
              <a:t>singh</a:t>
            </a:r>
            <a:r>
              <a:rPr lang="en-US" dirty="0"/>
              <a:t>(2446066)</a:t>
            </a:r>
          </a:p>
        </p:txBody>
      </p:sp>
      <p:pic>
        <p:nvPicPr>
          <p:cNvPr id="4" name="Picture Placeholder 3" descr="Open book on table, blurred shelves of books in background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0" r="889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65213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venir Next LT Pro Light" panose="020B0304020202020204" pitchFamily="34" charset="0"/>
              </a:rPr>
              <a:t>What This Paper Is About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paper studies how </a:t>
            </a:r>
            <a:r>
              <a:rPr lang="en-US" b="1" dirty="0"/>
              <a:t>Reinforcement Learning (RL)</a:t>
            </a:r>
            <a:r>
              <a:rPr lang="en-US" dirty="0"/>
              <a:t> can still work well even when the </a:t>
            </a:r>
            <a:r>
              <a:rPr lang="en-US" b="1" dirty="0"/>
              <a:t>training data is corrupted or attacked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In real life, data used to train RL models — such as sensor readings, game logs, or environment simulations — might contain errors, missing information, or even </a:t>
            </a:r>
            <a:r>
              <a:rPr lang="en-US" i="1" dirty="0" err="1"/>
              <a:t>adversarially</a:t>
            </a:r>
            <a:r>
              <a:rPr lang="en-US" i="1" dirty="0"/>
              <a:t> changed values</a:t>
            </a:r>
            <a:r>
              <a:rPr lang="en-US" dirty="0"/>
              <a:t>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This corruption can cause RL models to learn the wrong patterns and make bad decisions.</a:t>
            </a:r>
          </a:p>
          <a:p>
            <a:pPr marL="0" indent="0">
              <a:buNone/>
            </a:pPr>
            <a:r>
              <a:rPr lang="en-US" dirty="0"/>
              <a:t>Main Goal of the Paper</a:t>
            </a:r>
          </a:p>
          <a:p>
            <a:pPr marL="0" indent="0">
              <a:buNone/>
            </a:pPr>
            <a:r>
              <a:rPr lang="en-US" dirty="0"/>
              <a:t>To make </a:t>
            </a:r>
            <a:r>
              <a:rPr lang="en-US" b="1" dirty="0"/>
              <a:t>model-based RL</a:t>
            </a:r>
            <a:r>
              <a:rPr lang="en-US" dirty="0"/>
              <a:t> (which learns a model of how the world changes) more </a:t>
            </a:r>
            <a:r>
              <a:rPr lang="en-US" b="1" dirty="0"/>
              <a:t>robust</a:t>
            </a:r>
            <a:r>
              <a:rPr lang="en-US" dirty="0"/>
              <a:t> and </a:t>
            </a:r>
            <a:r>
              <a:rPr lang="en-US" b="1" dirty="0"/>
              <a:t>reliable</a:t>
            </a:r>
            <a:r>
              <a:rPr lang="en-US" dirty="0"/>
              <a:t>, even when parts of its data are wrong or manipulated.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255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They Proposed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C47DF8-6B4A-AB77-E1E4-6899CC473E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authors introduced two main algorithms:</a:t>
            </a:r>
          </a:p>
          <a:p>
            <a:r>
              <a:rPr lang="en-US" b="1" dirty="0"/>
              <a:t>CR-OMLE (Corruption-Robust Optimistic Maximum Likelihood Estimation)</a:t>
            </a:r>
            <a:endParaRPr lang="en-US" dirty="0"/>
          </a:p>
          <a:p>
            <a:r>
              <a:rPr lang="en-US" b="1" dirty="0"/>
              <a:t>CR-PMLE (Corruption-Robust Partial Maximum Likelihood Estimation)</a:t>
            </a:r>
            <a:endParaRPr lang="en-US" dirty="0"/>
          </a:p>
          <a:p>
            <a:r>
              <a:rPr lang="en-US" dirty="0"/>
              <a:t>These methods improve how the RL model learns the environment by:</a:t>
            </a:r>
          </a:p>
          <a:p>
            <a:r>
              <a:rPr lang="en-US" dirty="0"/>
              <a:t>Measuring how uncertain or “risky” each piece of data is.</a:t>
            </a:r>
          </a:p>
          <a:p>
            <a:r>
              <a:rPr lang="en-US" dirty="0"/>
              <a:t>Giving </a:t>
            </a:r>
            <a:r>
              <a:rPr lang="en-US" i="1" dirty="0"/>
              <a:t>less importance (lower weight)</a:t>
            </a:r>
            <a:r>
              <a:rPr lang="en-US" dirty="0"/>
              <a:t> to data that seems unreliable.</a:t>
            </a:r>
          </a:p>
          <a:p>
            <a:r>
              <a:rPr lang="en-US" dirty="0"/>
              <a:t>Training the model mainly on the most trustworthy samples.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0278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9980682" cy="4571999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The algorithm estimates </a:t>
            </a:r>
            <a:r>
              <a:rPr lang="en-US" altLang="en-US" b="1" dirty="0">
                <a:latin typeface="Arial" panose="020B0604020202020204" pitchFamily="34" charset="0"/>
              </a:rPr>
              <a:t>uncertainty or variance</a:t>
            </a:r>
            <a:r>
              <a:rPr lang="en-US" altLang="en-US" dirty="0">
                <a:latin typeface="Arial" panose="020B0604020202020204" pitchFamily="34" charset="0"/>
              </a:rPr>
              <a:t> for every data sample.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It then </a:t>
            </a:r>
            <a:r>
              <a:rPr lang="en-US" altLang="en-US" b="1" dirty="0">
                <a:latin typeface="Arial" panose="020B0604020202020204" pitchFamily="34" charset="0"/>
              </a:rPr>
              <a:t>weights</a:t>
            </a:r>
            <a:r>
              <a:rPr lang="en-US" altLang="en-US" dirty="0">
                <a:latin typeface="Arial" panose="020B0604020202020204" pitchFamily="34" charset="0"/>
              </a:rPr>
              <a:t> the training loss — reliable samples count more, corrupted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ones count less.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This way, the model avoids being misled by bad data.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Theoretical proofs show these methods can still guarantee learning efficiency under data corruption.</a:t>
            </a:r>
          </a:p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17E875E-7B47-4E8F-F3BA-1A6BAB0D61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 flipH="1">
            <a:off x="11087099" y="1600200"/>
            <a:ext cx="674595" cy="27925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.</a:t>
            </a:r>
          </a:p>
        </p:txBody>
      </p:sp>
    </p:spTree>
    <p:extLst>
      <p:ext uri="{BB962C8B-B14F-4D97-AF65-F5344CB8AC3E}">
        <p14:creationId xmlns:p14="http://schemas.microsoft.com/office/powerpoint/2010/main" val="2853788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BECCA-A31E-3606-CD53-88BB75326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Introduction &amp;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25AB5-ABAF-8B73-A95C-BA0EF31201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lang="en-US" dirty="0"/>
              <a:t>• COVID-19 pandemic datasets contain noise, missing values, and potential corruption.</a:t>
            </a:r>
          </a:p>
          <a:p>
            <a:pPr>
              <a:defRPr sz="2000"/>
            </a:pPr>
            <a:r>
              <a:rPr lang="en-US" dirty="0"/>
              <a:t>• Machine Learning models like MLE fail under such conditions.</a:t>
            </a:r>
          </a:p>
          <a:p>
            <a:pPr>
              <a:defRPr sz="2000"/>
            </a:pPr>
            <a:r>
              <a:rPr lang="en-US" dirty="0"/>
              <a:t>• Reinforcement Learning (RL) provides a way to model transitions and dynamic predictions.</a:t>
            </a:r>
          </a:p>
          <a:p>
            <a:pPr>
              <a:defRPr sz="2000"/>
            </a:pPr>
            <a:r>
              <a:rPr lang="en-US" dirty="0"/>
              <a:t>• Our approach builds on CR-PMLE (Corruption-Robust Partial Maximum Likelihood Estimation) to improve model robustness.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1866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38C5A-CE64-2D9E-CC66-C12259522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Literature Review &amp; 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1FF2F-0C0C-D287-058E-5EAE328B33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lang="en-US" dirty="0"/>
              <a:t>Main Reference: Ye et al., 'Towards Robust Model-Based Reinforcement Learning Against Adversarial Corruption', ICML 2024.</a:t>
            </a:r>
          </a:p>
          <a:p>
            <a:pPr>
              <a:defRPr sz="2000"/>
            </a:pPr>
            <a:endParaRPr lang="en-US" dirty="0"/>
          </a:p>
          <a:p>
            <a:pPr>
              <a:defRPr sz="2000"/>
            </a:pPr>
            <a:r>
              <a:rPr lang="en-US" dirty="0"/>
              <a:t>Key Contributions of Reference Paper:</a:t>
            </a:r>
          </a:p>
          <a:p>
            <a:pPr>
              <a:defRPr sz="2000"/>
            </a:pPr>
            <a:r>
              <a:rPr lang="en-US" dirty="0"/>
              <a:t>• Proposed CR-OMLE and CR-PMLE algorithms.</a:t>
            </a:r>
          </a:p>
          <a:p>
            <a:pPr>
              <a:defRPr sz="2000"/>
            </a:pPr>
            <a:r>
              <a:rPr lang="en-US" dirty="0"/>
              <a:t>• Introduced uncertainty-based sample weighting.</a:t>
            </a:r>
          </a:p>
          <a:p>
            <a:pPr>
              <a:defRPr sz="2000"/>
            </a:pPr>
            <a:r>
              <a:rPr lang="en-US" dirty="0"/>
              <a:t>• Theoretical guarantees under adversarial data corruption.</a:t>
            </a:r>
          </a:p>
          <a:p>
            <a:pPr>
              <a:defRPr sz="2000"/>
            </a:pPr>
            <a:endParaRPr lang="en-US" dirty="0"/>
          </a:p>
          <a:p>
            <a:pPr>
              <a:defRPr sz="2000"/>
            </a:pPr>
            <a:r>
              <a:rPr lang="en-US" dirty="0"/>
              <a:t>In this project, we implement a simplified, practical CR-PMLE-style weighting system for real COVID-19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936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B71E2-16EF-A0D4-6435-96D18D66F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Dataset &amp;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0BCCB-9767-BE84-0ECA-0C1082B84B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 sz="2000"/>
            </a:pPr>
            <a:r>
              <a:rPr lang="en-US" dirty="0"/>
              <a:t>Dataset: Covid_19_corrupted.csv (synthetic enlargement of COVID-19 dataset)</a:t>
            </a:r>
          </a:p>
          <a:p>
            <a:pPr>
              <a:defRPr sz="2000"/>
            </a:pPr>
            <a:endParaRPr lang="en-US" dirty="0"/>
          </a:p>
          <a:p>
            <a:pPr>
              <a:defRPr sz="2000"/>
            </a:pPr>
            <a:r>
              <a:rPr lang="en-US" dirty="0"/>
              <a:t>Steps:</a:t>
            </a:r>
          </a:p>
          <a:p>
            <a:pPr>
              <a:defRPr sz="2000"/>
            </a:pPr>
            <a:r>
              <a:rPr lang="en-US" dirty="0"/>
              <a:t>1. Selected first 8 numeric columns as state features.</a:t>
            </a:r>
          </a:p>
          <a:p>
            <a:pPr>
              <a:defRPr sz="2000"/>
            </a:pPr>
            <a:r>
              <a:rPr lang="en-US" dirty="0"/>
              <a:t>2. Constructed next-state pairs using grouped shifts by country/location.</a:t>
            </a:r>
          </a:p>
          <a:p>
            <a:pPr>
              <a:defRPr sz="2000"/>
            </a:pPr>
            <a:r>
              <a:rPr lang="en-US" dirty="0"/>
              <a:t>3. Removed missing and inconsistent values.</a:t>
            </a:r>
          </a:p>
          <a:p>
            <a:pPr>
              <a:defRPr sz="2000"/>
            </a:pPr>
            <a:r>
              <a:rPr lang="en-US" dirty="0"/>
              <a:t>4. Normalized data using </a:t>
            </a:r>
            <a:r>
              <a:rPr lang="en-US" dirty="0" err="1"/>
              <a:t>MinMaxScaler</a:t>
            </a:r>
            <a:r>
              <a:rPr lang="en-US" dirty="0"/>
              <a:t>.</a:t>
            </a:r>
          </a:p>
          <a:p>
            <a:pPr>
              <a:defRPr sz="2000"/>
            </a:pPr>
            <a:r>
              <a:rPr lang="en-US" dirty="0"/>
              <a:t>5. Split data into 80% training and 20% testing.</a:t>
            </a:r>
          </a:p>
          <a:p>
            <a:pPr>
              <a:defRPr sz="2000"/>
            </a:pPr>
            <a:endParaRPr lang="en-US" dirty="0"/>
          </a:p>
          <a:p>
            <a:pPr>
              <a:defRPr sz="2000"/>
            </a:pPr>
            <a:r>
              <a:rPr lang="en-US" dirty="0"/>
              <a:t>Goal: Predict the next state of COVID-19 statistics (cases, deaths, etc.).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129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B359D-7562-D779-F151-653477B5C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Model Architecture &amp;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6C7A3-417D-5D6C-E7BB-4EA8A65A1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 sz="2000"/>
            </a:pPr>
            <a:r>
              <a:rPr lang="en-US" dirty="0"/>
              <a:t>Model: Multi-Layer Perceptron (MLP)</a:t>
            </a:r>
          </a:p>
          <a:p>
            <a:pPr>
              <a:defRPr sz="2000"/>
            </a:pPr>
            <a:endParaRPr lang="en-US" dirty="0"/>
          </a:p>
          <a:p>
            <a:pPr>
              <a:defRPr sz="2000"/>
            </a:pPr>
            <a:r>
              <a:rPr lang="en-US" dirty="0"/>
              <a:t>• Two hidden layers with 128 neurons each, </a:t>
            </a:r>
            <a:r>
              <a:rPr lang="en-US" dirty="0" err="1"/>
              <a:t>ReLU</a:t>
            </a:r>
            <a:r>
              <a:rPr lang="en-US" dirty="0"/>
              <a:t> activations.</a:t>
            </a:r>
          </a:p>
          <a:p>
            <a:pPr>
              <a:defRPr sz="2000"/>
            </a:pPr>
            <a:r>
              <a:rPr lang="en-US" dirty="0"/>
              <a:t>• Optimizer: Adam, Learning Rate = 0.001 (baseline).</a:t>
            </a:r>
          </a:p>
          <a:p>
            <a:pPr>
              <a:defRPr sz="2000"/>
            </a:pPr>
            <a:r>
              <a:rPr lang="en-US" dirty="0"/>
              <a:t>• Loss: Mean Squared Error (MSE).</a:t>
            </a:r>
          </a:p>
          <a:p>
            <a:pPr>
              <a:defRPr sz="2000"/>
            </a:pPr>
            <a:endParaRPr lang="en-US" dirty="0"/>
          </a:p>
          <a:p>
            <a:pPr>
              <a:defRPr sz="2000"/>
            </a:pPr>
            <a:r>
              <a:rPr lang="en-US" dirty="0"/>
              <a:t>Training Pipeline:</a:t>
            </a:r>
          </a:p>
          <a:p>
            <a:pPr>
              <a:defRPr sz="2000"/>
            </a:pPr>
            <a:r>
              <a:rPr lang="en-US" dirty="0"/>
              <a:t>1. Train baseline MLE model.</a:t>
            </a:r>
          </a:p>
          <a:p>
            <a:pPr>
              <a:defRPr sz="2000"/>
            </a:pPr>
            <a:r>
              <a:rPr lang="en-US" dirty="0"/>
              <a:t>2. Generate uncertainty (variance) via bootstrap ensemble.</a:t>
            </a:r>
          </a:p>
          <a:p>
            <a:pPr>
              <a:defRPr sz="2000"/>
            </a:pPr>
            <a:r>
              <a:rPr lang="en-US" dirty="0"/>
              <a:t>3. Compute weights using exponential weighting (exp(-</a:t>
            </a:r>
            <a:r>
              <a:rPr lang="el-GR" dirty="0"/>
              <a:t>α×</a:t>
            </a:r>
            <a:r>
              <a:rPr lang="en-US" dirty="0"/>
              <a:t>variance)).</a:t>
            </a:r>
          </a:p>
          <a:p>
            <a:pPr>
              <a:defRPr sz="2000"/>
            </a:pPr>
            <a:r>
              <a:rPr lang="en-US" dirty="0"/>
              <a:t>4. Retrain with weighted loss (CR-PMLE step).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5681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EF247-FE20-FA69-1DA9-3E038BE8C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7C2900-5CD3-5E23-AE56-1028D572F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600199"/>
            <a:ext cx="9982200" cy="4612341"/>
          </a:xfrm>
        </p:spPr>
        <p:txBody>
          <a:bodyPr>
            <a:normAutofit fontScale="40000" lnSpcReduction="20000"/>
          </a:bodyPr>
          <a:lstStyle/>
          <a:p>
            <a:r>
              <a:rPr lang="en-US" dirty="0"/>
              <a:t># ===============================================# COVID-19 RL MODEL: BASELINE + CR-PMLE VERSION# With Positive Robustness Improvements# ===============================================import pandas as </a:t>
            </a:r>
            <a:r>
              <a:rPr lang="en-US" dirty="0" err="1"/>
              <a:t>pdimport</a:t>
            </a:r>
            <a:r>
              <a:rPr lang="en-US" dirty="0"/>
              <a:t> </a:t>
            </a:r>
            <a:r>
              <a:rPr lang="en-US" dirty="0" err="1"/>
              <a:t>numpy</a:t>
            </a:r>
            <a:r>
              <a:rPr lang="en-US" dirty="0"/>
              <a:t> as </a:t>
            </a:r>
            <a:r>
              <a:rPr lang="en-US" dirty="0" err="1"/>
              <a:t>npimport</a:t>
            </a:r>
            <a:r>
              <a:rPr lang="en-US" dirty="0"/>
              <a:t> torch, </a:t>
            </a:r>
            <a:r>
              <a:rPr lang="en-US" dirty="0" err="1"/>
              <a:t>torch.nn</a:t>
            </a:r>
            <a:r>
              <a:rPr lang="en-US" dirty="0"/>
              <a:t> as </a:t>
            </a:r>
            <a:r>
              <a:rPr lang="en-US" dirty="0" err="1"/>
              <a:t>nnfrom</a:t>
            </a:r>
            <a:r>
              <a:rPr lang="en-US" dirty="0"/>
              <a:t> </a:t>
            </a:r>
            <a:r>
              <a:rPr lang="en-US" dirty="0" err="1"/>
              <a:t>torch.utils.data</a:t>
            </a:r>
            <a:r>
              <a:rPr lang="en-US" dirty="0"/>
              <a:t> import </a:t>
            </a:r>
            <a:r>
              <a:rPr lang="en-US" dirty="0" err="1"/>
              <a:t>DataLoader</a:t>
            </a:r>
            <a:r>
              <a:rPr lang="en-US" dirty="0"/>
              <a:t>, </a:t>
            </a:r>
            <a:r>
              <a:rPr lang="en-US" dirty="0" err="1"/>
              <a:t>TensorDatasetfrom</a:t>
            </a:r>
            <a:r>
              <a:rPr lang="en-US" dirty="0"/>
              <a:t> </a:t>
            </a:r>
            <a:r>
              <a:rPr lang="en-US" dirty="0" err="1"/>
              <a:t>sklearn.preprocessing</a:t>
            </a:r>
            <a:r>
              <a:rPr lang="en-US" dirty="0"/>
              <a:t> import </a:t>
            </a:r>
            <a:r>
              <a:rPr lang="en-US" dirty="0" err="1"/>
              <a:t>MinMaxScalerfrom</a:t>
            </a:r>
            <a:r>
              <a:rPr lang="en-US" dirty="0"/>
              <a:t> </a:t>
            </a:r>
            <a:r>
              <a:rPr lang="en-US" dirty="0" err="1"/>
              <a:t>sklearn.metrics</a:t>
            </a:r>
            <a:r>
              <a:rPr lang="en-US" dirty="0"/>
              <a:t> import </a:t>
            </a:r>
            <a:r>
              <a:rPr lang="en-US" dirty="0" err="1"/>
              <a:t>mean_squared_errorfrom</a:t>
            </a:r>
            <a:r>
              <a:rPr lang="en-US" dirty="0"/>
              <a:t> </a:t>
            </a:r>
            <a:r>
              <a:rPr lang="en-US" dirty="0" err="1"/>
              <a:t>sklearn.model_selection</a:t>
            </a:r>
            <a:r>
              <a:rPr lang="en-US" dirty="0"/>
              <a:t> import </a:t>
            </a:r>
            <a:r>
              <a:rPr lang="en-US" dirty="0" err="1"/>
              <a:t>train_test_splitfrom</a:t>
            </a:r>
            <a:r>
              <a:rPr lang="en-US" dirty="0"/>
              <a:t> </a:t>
            </a:r>
            <a:r>
              <a:rPr lang="en-US" dirty="0" err="1"/>
              <a:t>tqdm</a:t>
            </a:r>
            <a:r>
              <a:rPr lang="en-US" dirty="0"/>
              <a:t> import </a:t>
            </a:r>
            <a:r>
              <a:rPr lang="en-US" dirty="0" err="1"/>
              <a:t>trange</a:t>
            </a:r>
            <a:r>
              <a:rPr lang="en-US" dirty="0"/>
              <a:t># -----------------------------------------------# LOAD DATASET# -----------------------------------------------print("Loading dataset...")</a:t>
            </a:r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pd.read_csv</a:t>
            </a:r>
            <a:r>
              <a:rPr lang="en-US" dirty="0"/>
              <a:t>("Covid_19_corrupted_50MB.csv")  # corrupted dataset# Select numeric features </a:t>
            </a:r>
            <a:r>
              <a:rPr lang="en-US" dirty="0" err="1"/>
              <a:t>safelynum_cols</a:t>
            </a:r>
            <a:r>
              <a:rPr lang="en-US" dirty="0"/>
              <a:t> = </a:t>
            </a:r>
            <a:r>
              <a:rPr lang="en-US" dirty="0" err="1"/>
              <a:t>df.select_dtypes</a:t>
            </a:r>
            <a:r>
              <a:rPr lang="en-US" dirty="0"/>
              <a:t>(include=[</a:t>
            </a:r>
            <a:r>
              <a:rPr lang="en-US" dirty="0" err="1"/>
              <a:t>np.number</a:t>
            </a:r>
            <a:r>
              <a:rPr lang="en-US" dirty="0"/>
              <a:t>]).</a:t>
            </a:r>
            <a:r>
              <a:rPr lang="en-US" dirty="0" err="1"/>
              <a:t>columns.tolist</a:t>
            </a:r>
            <a:r>
              <a:rPr lang="en-US" dirty="0"/>
              <a:t>()for </a:t>
            </a:r>
            <a:r>
              <a:rPr lang="en-US" dirty="0" err="1"/>
              <a:t>bad_col</a:t>
            </a:r>
            <a:r>
              <a:rPr lang="en-US" dirty="0"/>
              <a:t> in ["date", "Date", "DATE", "year", "month", "day"]:    if </a:t>
            </a:r>
            <a:r>
              <a:rPr lang="en-US" dirty="0" err="1"/>
              <a:t>bad_col</a:t>
            </a:r>
            <a:r>
              <a:rPr lang="en-US" dirty="0"/>
              <a:t> in </a:t>
            </a:r>
            <a:r>
              <a:rPr lang="en-US" dirty="0" err="1"/>
              <a:t>num_cols</a:t>
            </a:r>
            <a:r>
              <a:rPr lang="en-US" dirty="0"/>
              <a:t>:        </a:t>
            </a:r>
            <a:r>
              <a:rPr lang="en-US" dirty="0" err="1"/>
              <a:t>num_cols.remove</a:t>
            </a:r>
            <a:r>
              <a:rPr lang="en-US" dirty="0"/>
              <a:t>(</a:t>
            </a:r>
            <a:r>
              <a:rPr lang="en-US" dirty="0" err="1"/>
              <a:t>bad_col</a:t>
            </a:r>
            <a:r>
              <a:rPr lang="en-US" dirty="0"/>
              <a:t>)if </a:t>
            </a:r>
            <a:r>
              <a:rPr lang="en-US" dirty="0" err="1"/>
              <a:t>len</a:t>
            </a:r>
            <a:r>
              <a:rPr lang="en-US" dirty="0"/>
              <a:t>(</a:t>
            </a:r>
            <a:r>
              <a:rPr lang="en-US" dirty="0" err="1"/>
              <a:t>num_cols</a:t>
            </a:r>
            <a:r>
              <a:rPr lang="en-US" dirty="0"/>
              <a:t>) == 0:    raise </a:t>
            </a:r>
            <a:r>
              <a:rPr lang="en-US" dirty="0" err="1"/>
              <a:t>ValueError</a:t>
            </a:r>
            <a:r>
              <a:rPr lang="en-US" dirty="0"/>
              <a:t>("No numeric columns found in dataset. Please check your CSV.")</a:t>
            </a:r>
            <a:r>
              <a:rPr lang="en-US" dirty="0" err="1"/>
              <a:t>state_cols</a:t>
            </a:r>
            <a:r>
              <a:rPr lang="en-US" dirty="0"/>
              <a:t> = </a:t>
            </a:r>
            <a:r>
              <a:rPr lang="en-US" dirty="0" err="1"/>
              <a:t>num_cols</a:t>
            </a:r>
            <a:r>
              <a:rPr lang="en-US" dirty="0"/>
              <a:t>[:8]  # use up to 8 numeric </a:t>
            </a:r>
            <a:r>
              <a:rPr lang="en-US" dirty="0" err="1"/>
              <a:t>featuresprint</a:t>
            </a:r>
            <a:r>
              <a:rPr lang="en-US" dirty="0"/>
              <a:t>(</a:t>
            </a:r>
            <a:r>
              <a:rPr lang="en-US" dirty="0" err="1"/>
              <a:t>f"Using</a:t>
            </a:r>
            <a:r>
              <a:rPr lang="en-US" dirty="0"/>
              <a:t> columns: {</a:t>
            </a:r>
            <a:r>
              <a:rPr lang="en-US" dirty="0" err="1"/>
              <a:t>state_cols</a:t>
            </a:r>
            <a:r>
              <a:rPr lang="en-US" dirty="0"/>
              <a:t>}")# -----------------------------------------------# BUILD TRANSITIONS SAFELY# -----------------------------------------------</a:t>
            </a:r>
            <a:r>
              <a:rPr lang="en-US" dirty="0" err="1"/>
              <a:t>loc_col</a:t>
            </a:r>
            <a:r>
              <a:rPr lang="en-US" dirty="0"/>
              <a:t> = </a:t>
            </a:r>
            <a:r>
              <a:rPr lang="en-US" dirty="0" err="1"/>
              <a:t>Nonefor</a:t>
            </a:r>
            <a:r>
              <a:rPr lang="en-US" dirty="0"/>
              <a:t> c in </a:t>
            </a:r>
            <a:r>
              <a:rPr lang="en-US" dirty="0" err="1"/>
              <a:t>df.columns</a:t>
            </a:r>
            <a:r>
              <a:rPr lang="en-US" dirty="0"/>
              <a:t>:    if </a:t>
            </a:r>
            <a:r>
              <a:rPr lang="en-US" dirty="0" err="1"/>
              <a:t>c.lower</a:t>
            </a:r>
            <a:r>
              <a:rPr lang="en-US" dirty="0"/>
              <a:t>() in ("location", "country", "</a:t>
            </a:r>
            <a:r>
              <a:rPr lang="en-US" dirty="0" err="1"/>
              <a:t>country_region</a:t>
            </a:r>
            <a:r>
              <a:rPr lang="en-US" dirty="0"/>
              <a:t>", "</a:t>
            </a:r>
            <a:r>
              <a:rPr lang="en-US" dirty="0" err="1"/>
              <a:t>country_name</a:t>
            </a:r>
            <a:r>
              <a:rPr lang="en-US" dirty="0"/>
              <a:t>", "region"):        </a:t>
            </a:r>
            <a:r>
              <a:rPr lang="en-US" dirty="0" err="1"/>
              <a:t>loc_col</a:t>
            </a:r>
            <a:r>
              <a:rPr lang="en-US" dirty="0"/>
              <a:t> = c        </a:t>
            </a:r>
            <a:r>
              <a:rPr lang="en-US" dirty="0" err="1"/>
              <a:t>breakif</a:t>
            </a:r>
            <a:r>
              <a:rPr lang="en-US" dirty="0"/>
              <a:t> </a:t>
            </a:r>
            <a:r>
              <a:rPr lang="en-US" dirty="0" err="1"/>
              <a:t>loc_col</a:t>
            </a:r>
            <a:r>
              <a:rPr lang="en-US" dirty="0"/>
              <a:t> is None:    </a:t>
            </a:r>
            <a:r>
              <a:rPr lang="en-US" dirty="0" err="1"/>
              <a:t>df</a:t>
            </a:r>
            <a:r>
              <a:rPr lang="en-US" dirty="0"/>
              <a:t>["_location"] = "ALL"    </a:t>
            </a:r>
            <a:r>
              <a:rPr lang="en-US" dirty="0" err="1"/>
              <a:t>loc_col</a:t>
            </a:r>
            <a:r>
              <a:rPr lang="en-US" dirty="0"/>
              <a:t> = "_</a:t>
            </a:r>
            <a:r>
              <a:rPr lang="en-US" dirty="0" err="1"/>
              <a:t>location"df_sorted</a:t>
            </a:r>
            <a:r>
              <a:rPr lang="en-US" dirty="0"/>
              <a:t> = </a:t>
            </a:r>
            <a:r>
              <a:rPr lang="en-US" dirty="0" err="1"/>
              <a:t>df.sort_values</a:t>
            </a:r>
            <a:r>
              <a:rPr lang="en-US" dirty="0"/>
              <a:t>(by=[</a:t>
            </a:r>
            <a:r>
              <a:rPr lang="en-US" dirty="0" err="1"/>
              <a:t>loc_col</a:t>
            </a:r>
            <a:r>
              <a:rPr lang="en-US" dirty="0"/>
              <a:t>])for c in </a:t>
            </a:r>
            <a:r>
              <a:rPr lang="en-US" dirty="0" err="1"/>
              <a:t>state_cols</a:t>
            </a:r>
            <a:r>
              <a:rPr lang="en-US" dirty="0"/>
              <a:t>:    </a:t>
            </a:r>
            <a:r>
              <a:rPr lang="en-US" dirty="0" err="1"/>
              <a:t>df_sorted</a:t>
            </a:r>
            <a:r>
              <a:rPr lang="en-US" dirty="0"/>
              <a:t>["next_" + c] = </a:t>
            </a:r>
            <a:r>
              <a:rPr lang="en-US" dirty="0" err="1"/>
              <a:t>df_sorted.groupby</a:t>
            </a:r>
            <a:r>
              <a:rPr lang="en-US" dirty="0"/>
              <a:t>(</a:t>
            </a:r>
            <a:r>
              <a:rPr lang="en-US" dirty="0" err="1"/>
              <a:t>loc_col</a:t>
            </a:r>
            <a:r>
              <a:rPr lang="en-US" dirty="0"/>
              <a:t>)[c].shift(-1)</a:t>
            </a:r>
            <a:r>
              <a:rPr lang="en-US" dirty="0" err="1"/>
              <a:t>df_pairs</a:t>
            </a:r>
            <a:r>
              <a:rPr lang="en-US" dirty="0"/>
              <a:t> = </a:t>
            </a:r>
            <a:r>
              <a:rPr lang="en-US" dirty="0" err="1"/>
              <a:t>df_sorted.dropna</a:t>
            </a:r>
            <a:r>
              <a:rPr lang="en-US" dirty="0"/>
              <a:t>(subset=["next_" + c for c in </a:t>
            </a:r>
            <a:r>
              <a:rPr lang="en-US" dirty="0" err="1"/>
              <a:t>state_cols</a:t>
            </a:r>
            <a:r>
              <a:rPr lang="en-US" dirty="0"/>
              <a:t>])if </a:t>
            </a:r>
            <a:r>
              <a:rPr lang="en-US" dirty="0" err="1"/>
              <a:t>len</a:t>
            </a:r>
            <a:r>
              <a:rPr lang="en-US" dirty="0"/>
              <a:t>(</a:t>
            </a:r>
            <a:r>
              <a:rPr lang="en-US" dirty="0" err="1"/>
              <a:t>df_pairs</a:t>
            </a:r>
            <a:r>
              <a:rPr lang="en-US" dirty="0"/>
              <a:t>) &lt; 10:    raise </a:t>
            </a:r>
            <a:r>
              <a:rPr lang="en-US" dirty="0" err="1"/>
              <a:t>ValueError</a:t>
            </a:r>
            <a:r>
              <a:rPr lang="en-US" dirty="0"/>
              <a:t>(        </a:t>
            </a:r>
            <a:r>
              <a:rPr lang="en-US" dirty="0" err="1"/>
              <a:t>f"Not</a:t>
            </a:r>
            <a:r>
              <a:rPr lang="en-US" dirty="0"/>
              <a:t> enough valid rows after creating next-state pairs ({</a:t>
            </a:r>
            <a:r>
              <a:rPr lang="en-US" dirty="0" err="1"/>
              <a:t>len</a:t>
            </a:r>
            <a:r>
              <a:rPr lang="en-US" dirty="0"/>
              <a:t>(</a:t>
            </a:r>
            <a:r>
              <a:rPr lang="en-US" dirty="0" err="1"/>
              <a:t>df_pairs</a:t>
            </a:r>
            <a:r>
              <a:rPr lang="en-US" dirty="0"/>
              <a:t>)} rows found)."    )</a:t>
            </a:r>
            <a:r>
              <a:rPr lang="en-US" dirty="0" err="1"/>
              <a:t>df_pairs</a:t>
            </a:r>
            <a:r>
              <a:rPr lang="en-US" dirty="0"/>
              <a:t> = </a:t>
            </a:r>
            <a:r>
              <a:rPr lang="en-US" dirty="0" err="1"/>
              <a:t>df_pairs.reset_index</a:t>
            </a:r>
            <a:r>
              <a:rPr lang="en-US" dirty="0"/>
              <a:t>(drop=True)print(</a:t>
            </a:r>
            <a:r>
              <a:rPr lang="en-US" dirty="0" err="1"/>
              <a:t>f"Created</a:t>
            </a:r>
            <a:r>
              <a:rPr lang="en-US" dirty="0"/>
              <a:t> {</a:t>
            </a:r>
            <a:r>
              <a:rPr lang="en-US" dirty="0" err="1"/>
              <a:t>len</a:t>
            </a:r>
            <a:r>
              <a:rPr lang="en-US" dirty="0"/>
              <a:t>(</a:t>
            </a:r>
            <a:r>
              <a:rPr lang="en-US" dirty="0" err="1"/>
              <a:t>df_pairs</a:t>
            </a:r>
            <a:r>
              <a:rPr lang="en-US" dirty="0"/>
              <a:t>)} transition pairs for training.")# -----------------------------------------------# CLEAN </a:t>
            </a:r>
            <a:r>
              <a:rPr lang="en-US" dirty="0" err="1"/>
              <a:t>NaN</a:t>
            </a:r>
            <a:r>
              <a:rPr lang="en-US" dirty="0"/>
              <a:t> VALUES BEFORE NORMALIZATION# -----------------------------------------------</a:t>
            </a:r>
            <a:r>
              <a:rPr lang="en-US" dirty="0" err="1"/>
              <a:t>data_all</a:t>
            </a:r>
            <a:r>
              <a:rPr lang="en-US" dirty="0"/>
              <a:t> = </a:t>
            </a:r>
            <a:r>
              <a:rPr lang="en-US" dirty="0" err="1"/>
              <a:t>pd.concat</a:t>
            </a:r>
            <a:r>
              <a:rPr lang="en-US" dirty="0"/>
              <a:t>(    [</a:t>
            </a:r>
            <a:r>
              <a:rPr lang="en-US" dirty="0" err="1"/>
              <a:t>df_pairs</a:t>
            </a:r>
            <a:r>
              <a:rPr lang="en-US" dirty="0"/>
              <a:t>[</a:t>
            </a:r>
            <a:r>
              <a:rPr lang="en-US" dirty="0" err="1"/>
              <a:t>state_cols</a:t>
            </a:r>
            <a:r>
              <a:rPr lang="en-US" dirty="0"/>
              <a:t>], </a:t>
            </a:r>
            <a:r>
              <a:rPr lang="en-US" dirty="0" err="1"/>
              <a:t>df_pairs</a:t>
            </a:r>
            <a:r>
              <a:rPr lang="en-US" dirty="0"/>
              <a:t>[["next_" + c for c in </a:t>
            </a:r>
            <a:r>
              <a:rPr lang="en-US" dirty="0" err="1"/>
              <a:t>state_cols</a:t>
            </a:r>
            <a:r>
              <a:rPr lang="en-US" dirty="0"/>
              <a:t>]]], axis=1)if </a:t>
            </a:r>
            <a:r>
              <a:rPr lang="en-US" dirty="0" err="1"/>
              <a:t>data_all.isnull</a:t>
            </a:r>
            <a:r>
              <a:rPr lang="en-US" dirty="0"/>
              <a:t>().sum().sum() &gt; 0:    print(</a:t>
            </a:r>
            <a:r>
              <a:rPr lang="en-US" dirty="0" err="1"/>
              <a:t>f"Found</a:t>
            </a:r>
            <a:r>
              <a:rPr lang="en-US" dirty="0"/>
              <a:t> {</a:t>
            </a:r>
            <a:r>
              <a:rPr lang="en-US" dirty="0" err="1"/>
              <a:t>data_all.isnull</a:t>
            </a:r>
            <a:r>
              <a:rPr lang="en-US" dirty="0"/>
              <a:t>().sum().sum()} </a:t>
            </a:r>
            <a:r>
              <a:rPr lang="en-US" dirty="0" err="1"/>
              <a:t>NaN</a:t>
            </a:r>
            <a:r>
              <a:rPr lang="en-US" dirty="0"/>
              <a:t> values — filling with column means.")    </a:t>
            </a:r>
            <a:r>
              <a:rPr lang="en-US" dirty="0" err="1"/>
              <a:t>data_all</a:t>
            </a:r>
            <a:r>
              <a:rPr lang="en-US" dirty="0"/>
              <a:t> = </a:t>
            </a:r>
            <a:r>
              <a:rPr lang="en-US" dirty="0" err="1"/>
              <a:t>data_all.fillna</a:t>
            </a:r>
            <a:r>
              <a:rPr lang="en-US" dirty="0"/>
              <a:t>(</a:t>
            </a:r>
            <a:r>
              <a:rPr lang="en-US" dirty="0" err="1"/>
              <a:t>data_all.mean</a:t>
            </a:r>
            <a:r>
              <a:rPr lang="en-US" dirty="0"/>
              <a:t>())X = </a:t>
            </a:r>
            <a:r>
              <a:rPr lang="en-US" dirty="0" err="1"/>
              <a:t>data_all</a:t>
            </a:r>
            <a:r>
              <a:rPr lang="en-US" dirty="0"/>
              <a:t>[</a:t>
            </a:r>
            <a:r>
              <a:rPr lang="en-US" dirty="0" err="1"/>
              <a:t>state_cols</a:t>
            </a:r>
            <a:r>
              <a:rPr lang="en-US" dirty="0"/>
              <a:t>].</a:t>
            </a:r>
            <a:r>
              <a:rPr lang="en-US" dirty="0" err="1"/>
              <a:t>values.astype</a:t>
            </a:r>
            <a:r>
              <a:rPr lang="en-US" dirty="0"/>
              <a:t>(np.float32)Y = </a:t>
            </a:r>
            <a:r>
              <a:rPr lang="en-US" dirty="0" err="1"/>
              <a:t>data_all</a:t>
            </a:r>
            <a:r>
              <a:rPr lang="en-US" dirty="0"/>
              <a:t>[["next_" + c for c in </a:t>
            </a:r>
            <a:r>
              <a:rPr lang="en-US" dirty="0" err="1"/>
              <a:t>state_cols</a:t>
            </a:r>
            <a:r>
              <a:rPr lang="en-US" dirty="0"/>
              <a:t>]].</a:t>
            </a:r>
            <a:r>
              <a:rPr lang="en-US" dirty="0" err="1"/>
              <a:t>values.astype</a:t>
            </a:r>
            <a:r>
              <a:rPr lang="en-US" dirty="0"/>
              <a:t>(np.float32)# -----------------------------------------------# NORMALIZE AND SPLIT# -----------------------------------------------</a:t>
            </a:r>
            <a:r>
              <a:rPr lang="en-US" dirty="0" err="1"/>
              <a:t>scaler_X</a:t>
            </a:r>
            <a:r>
              <a:rPr lang="en-US" dirty="0"/>
              <a:t> = </a:t>
            </a:r>
            <a:r>
              <a:rPr lang="en-US" dirty="0" err="1"/>
              <a:t>MinMaxScaler</a:t>
            </a:r>
            <a:r>
              <a:rPr lang="en-US" dirty="0"/>
              <a:t>()</a:t>
            </a:r>
            <a:r>
              <a:rPr lang="en-US" dirty="0" err="1"/>
              <a:t>scaler_Y</a:t>
            </a:r>
            <a:r>
              <a:rPr lang="en-US" dirty="0"/>
              <a:t> = </a:t>
            </a:r>
            <a:r>
              <a:rPr lang="en-US" dirty="0" err="1"/>
              <a:t>MinMaxScaler</a:t>
            </a:r>
            <a:r>
              <a:rPr lang="en-US" dirty="0"/>
              <a:t>()X = </a:t>
            </a:r>
            <a:r>
              <a:rPr lang="en-US" dirty="0" err="1"/>
              <a:t>scaler_X.fit_transform</a:t>
            </a:r>
            <a:r>
              <a:rPr lang="en-US" dirty="0"/>
              <a:t>(X)Y = </a:t>
            </a:r>
            <a:r>
              <a:rPr lang="en-US" dirty="0" err="1"/>
              <a:t>scaler_Y.fit_transform</a:t>
            </a:r>
            <a:r>
              <a:rPr lang="en-US" dirty="0"/>
              <a:t>(Y)</a:t>
            </a:r>
            <a:r>
              <a:rPr lang="en-US" dirty="0" err="1"/>
              <a:t>X_train</a:t>
            </a:r>
            <a:r>
              <a:rPr lang="en-US" dirty="0"/>
              <a:t>, </a:t>
            </a:r>
            <a:r>
              <a:rPr lang="en-US" dirty="0" err="1"/>
              <a:t>X_test</a:t>
            </a:r>
            <a:r>
              <a:rPr lang="en-US" dirty="0"/>
              <a:t>, </a:t>
            </a:r>
            <a:r>
              <a:rPr lang="en-US" dirty="0" err="1"/>
              <a:t>Y_train</a:t>
            </a:r>
            <a:r>
              <a:rPr lang="en-US" dirty="0"/>
              <a:t>, </a:t>
            </a:r>
            <a:r>
              <a:rPr lang="en-US" dirty="0" err="1"/>
              <a:t>Y_test</a:t>
            </a:r>
            <a:r>
              <a:rPr lang="en-US" dirty="0"/>
              <a:t> = </a:t>
            </a:r>
            <a:r>
              <a:rPr lang="en-US" dirty="0" err="1"/>
              <a:t>train_test_split</a:t>
            </a:r>
            <a:r>
              <a:rPr lang="en-US" dirty="0"/>
              <a:t>(X, Y, </a:t>
            </a:r>
            <a:r>
              <a:rPr lang="en-US" dirty="0" err="1"/>
              <a:t>test_size</a:t>
            </a:r>
            <a:r>
              <a:rPr lang="en-US" dirty="0"/>
              <a:t>=0.2, </a:t>
            </a:r>
            <a:r>
              <a:rPr lang="en-US" dirty="0" err="1"/>
              <a:t>random_state</a:t>
            </a:r>
            <a:r>
              <a:rPr lang="en-US" dirty="0"/>
              <a:t>=42)print(</a:t>
            </a:r>
            <a:r>
              <a:rPr lang="en-US" dirty="0" err="1"/>
              <a:t>f"Train</a:t>
            </a:r>
            <a:r>
              <a:rPr lang="en-US" dirty="0"/>
              <a:t>: {</a:t>
            </a:r>
            <a:r>
              <a:rPr lang="en-US" dirty="0" err="1"/>
              <a:t>X_train.shape</a:t>
            </a:r>
            <a:r>
              <a:rPr lang="en-US" dirty="0"/>
              <a:t>}, Test: {</a:t>
            </a:r>
            <a:r>
              <a:rPr lang="en-US" dirty="0" err="1"/>
              <a:t>X_test.shape</a:t>
            </a:r>
            <a:r>
              <a:rPr lang="en-US" dirty="0"/>
              <a:t>}")# -----------------------------------------------# DEFINE MODEL# -----------------------------------------------class MLP(</a:t>
            </a:r>
            <a:r>
              <a:rPr lang="en-US" dirty="0" err="1"/>
              <a:t>nn.Module</a:t>
            </a:r>
            <a:r>
              <a:rPr lang="en-US" dirty="0"/>
              <a:t>):    def __</a:t>
            </a:r>
            <a:r>
              <a:rPr lang="en-US" dirty="0" err="1"/>
              <a:t>init</a:t>
            </a:r>
            <a:r>
              <a:rPr lang="en-US" dirty="0"/>
              <a:t>__(self, </a:t>
            </a:r>
            <a:r>
              <a:rPr lang="en-US" dirty="0" err="1"/>
              <a:t>in_dim</a:t>
            </a:r>
            <a:r>
              <a:rPr lang="en-US" dirty="0"/>
              <a:t>, </a:t>
            </a:r>
            <a:r>
              <a:rPr lang="en-US" dirty="0" err="1"/>
              <a:t>out_dim</a:t>
            </a:r>
            <a:r>
              <a:rPr lang="en-US" dirty="0"/>
              <a:t>):        super().__</a:t>
            </a:r>
            <a:r>
              <a:rPr lang="en-US" dirty="0" err="1"/>
              <a:t>init</a:t>
            </a:r>
            <a:r>
              <a:rPr lang="en-US" dirty="0"/>
              <a:t>__()        self.net = </a:t>
            </a:r>
            <a:r>
              <a:rPr lang="en-US" dirty="0" err="1"/>
              <a:t>nn.Sequential</a:t>
            </a:r>
            <a:r>
              <a:rPr lang="en-US" dirty="0"/>
              <a:t>(            </a:t>
            </a:r>
            <a:r>
              <a:rPr lang="en-US" dirty="0" err="1"/>
              <a:t>nn.Linear</a:t>
            </a:r>
            <a:r>
              <a:rPr lang="en-US" dirty="0"/>
              <a:t>(</a:t>
            </a:r>
            <a:r>
              <a:rPr lang="en-US" dirty="0" err="1"/>
              <a:t>in_dim</a:t>
            </a:r>
            <a:r>
              <a:rPr lang="en-US" dirty="0"/>
              <a:t>, 128),            </a:t>
            </a:r>
            <a:r>
              <a:rPr lang="en-US" dirty="0" err="1"/>
              <a:t>nn.ReLU</a:t>
            </a:r>
            <a:r>
              <a:rPr lang="en-US" dirty="0"/>
              <a:t>(),            </a:t>
            </a:r>
            <a:r>
              <a:rPr lang="en-US" dirty="0" err="1"/>
              <a:t>nn.Linear</a:t>
            </a:r>
            <a:r>
              <a:rPr lang="en-US" dirty="0"/>
              <a:t>(128, 128),            </a:t>
            </a:r>
            <a:r>
              <a:rPr lang="en-US" dirty="0" err="1"/>
              <a:t>nn.ReLU</a:t>
            </a:r>
            <a:r>
              <a:rPr lang="en-US" dirty="0"/>
              <a:t>(),            </a:t>
            </a:r>
            <a:r>
              <a:rPr lang="en-US" dirty="0" err="1"/>
              <a:t>nn.Linear</a:t>
            </a:r>
            <a:r>
              <a:rPr lang="en-US" dirty="0"/>
              <a:t>(128, </a:t>
            </a:r>
            <a:r>
              <a:rPr lang="en-US" dirty="0" err="1"/>
              <a:t>out_dim</a:t>
            </a:r>
            <a:r>
              <a:rPr lang="en-US" dirty="0"/>
              <a:t>)        )    def forward(self, x): return self.net(x)DEVICE = "</a:t>
            </a:r>
            <a:r>
              <a:rPr lang="en-US" dirty="0" err="1"/>
              <a:t>cuda</a:t>
            </a:r>
            <a:r>
              <a:rPr lang="en-US" dirty="0"/>
              <a:t>" if </a:t>
            </a:r>
            <a:r>
              <a:rPr lang="en-US" dirty="0" err="1"/>
              <a:t>torch.cuda.is_available</a:t>
            </a:r>
            <a:r>
              <a:rPr lang="en-US" dirty="0"/>
              <a:t>() else "</a:t>
            </a:r>
            <a:r>
              <a:rPr lang="en-US" dirty="0" err="1"/>
              <a:t>cpu</a:t>
            </a:r>
            <a:r>
              <a:rPr lang="en-US" dirty="0"/>
              <a:t>"# -----------------------------------------------# PART 1: BASELINE MODEL (MLE)# -----------------------------------------------print("\</a:t>
            </a:r>
            <a:r>
              <a:rPr lang="en-US" dirty="0" err="1"/>
              <a:t>nTraining</a:t>
            </a:r>
            <a:r>
              <a:rPr lang="en-US" dirty="0"/>
              <a:t> baseline MLE model...")model = MLP(</a:t>
            </a:r>
            <a:r>
              <a:rPr lang="en-US" dirty="0" err="1"/>
              <a:t>X_train.shape</a:t>
            </a:r>
            <a:r>
              <a:rPr lang="en-US" dirty="0"/>
              <a:t>[1], </a:t>
            </a:r>
            <a:r>
              <a:rPr lang="en-US" dirty="0" err="1"/>
              <a:t>Y_train.shape</a:t>
            </a:r>
            <a:r>
              <a:rPr lang="en-US" dirty="0"/>
              <a:t>[1]).to(DEVICE)opt = </a:t>
            </a:r>
            <a:r>
              <a:rPr lang="en-US" dirty="0" err="1"/>
              <a:t>torch.optim.Adam</a:t>
            </a:r>
            <a:r>
              <a:rPr lang="en-US" dirty="0"/>
              <a:t>(</a:t>
            </a:r>
            <a:r>
              <a:rPr lang="en-US" dirty="0" err="1"/>
              <a:t>model.parameters</a:t>
            </a:r>
            <a:r>
              <a:rPr lang="en-US" dirty="0"/>
              <a:t>(), </a:t>
            </a:r>
            <a:r>
              <a:rPr lang="en-US" dirty="0" err="1"/>
              <a:t>lr</a:t>
            </a:r>
            <a:r>
              <a:rPr lang="en-US" dirty="0"/>
              <a:t>=1e-3)</a:t>
            </a:r>
            <a:r>
              <a:rPr lang="en-US" dirty="0" err="1"/>
              <a:t>loss_fn</a:t>
            </a:r>
            <a:r>
              <a:rPr lang="en-US" dirty="0"/>
              <a:t> = </a:t>
            </a:r>
            <a:r>
              <a:rPr lang="en-US" dirty="0" err="1"/>
              <a:t>nn.MSELoss</a:t>
            </a:r>
            <a:r>
              <a:rPr lang="en-US" dirty="0"/>
              <a:t>()ds = </a:t>
            </a:r>
            <a:r>
              <a:rPr lang="en-US" dirty="0" err="1"/>
              <a:t>DataLoader</a:t>
            </a:r>
            <a:r>
              <a:rPr lang="en-US" dirty="0"/>
              <a:t>(</a:t>
            </a:r>
            <a:r>
              <a:rPr lang="en-US" dirty="0" err="1"/>
              <a:t>TensorDataset</a:t>
            </a:r>
            <a:r>
              <a:rPr lang="en-US" dirty="0"/>
              <a:t>(</a:t>
            </a:r>
            <a:r>
              <a:rPr lang="en-US" dirty="0" err="1"/>
              <a:t>torch.tensor</a:t>
            </a:r>
            <a:r>
              <a:rPr lang="en-US" dirty="0"/>
              <a:t>(</a:t>
            </a:r>
            <a:r>
              <a:rPr lang="en-US" dirty="0" err="1"/>
              <a:t>X_train</a:t>
            </a:r>
            <a:r>
              <a:rPr lang="en-US" dirty="0"/>
              <a:t>), </a:t>
            </a:r>
            <a:r>
              <a:rPr lang="en-US" dirty="0" err="1"/>
              <a:t>torch.tensor</a:t>
            </a:r>
            <a:r>
              <a:rPr lang="en-US" dirty="0"/>
              <a:t>(</a:t>
            </a:r>
            <a:r>
              <a:rPr lang="en-US" dirty="0" err="1"/>
              <a:t>Y_train</a:t>
            </a:r>
            <a:r>
              <a:rPr lang="en-US" dirty="0"/>
              <a:t>)), </a:t>
            </a:r>
            <a:r>
              <a:rPr lang="en-US" dirty="0" err="1"/>
              <a:t>batch_size</a:t>
            </a:r>
            <a:r>
              <a:rPr lang="en-US" dirty="0"/>
              <a:t>=256, shuffle=True)for epoch in range(15):    for </a:t>
            </a:r>
            <a:r>
              <a:rPr lang="en-US" dirty="0" err="1"/>
              <a:t>xb</a:t>
            </a:r>
            <a:r>
              <a:rPr lang="en-US" dirty="0"/>
              <a:t>, </a:t>
            </a:r>
            <a:r>
              <a:rPr lang="en-US" dirty="0" err="1"/>
              <a:t>yb</a:t>
            </a:r>
            <a:r>
              <a:rPr lang="en-US" dirty="0"/>
              <a:t> in ds:        </a:t>
            </a:r>
            <a:r>
              <a:rPr lang="en-US" dirty="0" err="1"/>
              <a:t>xb</a:t>
            </a:r>
            <a:r>
              <a:rPr lang="en-US" dirty="0"/>
              <a:t>, </a:t>
            </a:r>
            <a:r>
              <a:rPr lang="en-US" dirty="0" err="1"/>
              <a:t>yb</a:t>
            </a:r>
            <a:r>
              <a:rPr lang="en-US" dirty="0"/>
              <a:t> = xb.to(DEVICE), yb.to(DEVICE)        </a:t>
            </a:r>
            <a:r>
              <a:rPr lang="en-US" dirty="0" err="1"/>
              <a:t>opt.zero_grad</a:t>
            </a:r>
            <a:r>
              <a:rPr lang="en-US" dirty="0"/>
              <a:t>()        loss = </a:t>
            </a:r>
            <a:r>
              <a:rPr lang="en-US" dirty="0" err="1"/>
              <a:t>loss_fn</a:t>
            </a:r>
            <a:r>
              <a:rPr lang="en-US" dirty="0"/>
              <a:t>(model(</a:t>
            </a:r>
            <a:r>
              <a:rPr lang="en-US" dirty="0" err="1"/>
              <a:t>xb</a:t>
            </a:r>
            <a:r>
              <a:rPr lang="en-US" dirty="0"/>
              <a:t>), </a:t>
            </a:r>
            <a:r>
              <a:rPr lang="en-US" dirty="0" err="1"/>
              <a:t>yb</a:t>
            </a:r>
            <a:r>
              <a:rPr lang="en-US" dirty="0"/>
              <a:t>)        </a:t>
            </a:r>
            <a:r>
              <a:rPr lang="en-US" dirty="0" err="1"/>
              <a:t>loss.backward</a:t>
            </a:r>
            <a:r>
              <a:rPr lang="en-US" dirty="0"/>
              <a:t>()        </a:t>
            </a:r>
            <a:r>
              <a:rPr lang="en-US" dirty="0" err="1"/>
              <a:t>opt.step</a:t>
            </a:r>
            <a:r>
              <a:rPr lang="en-US" dirty="0"/>
              <a:t>()print("Baseline model training complete.")</a:t>
            </a:r>
            <a:r>
              <a:rPr lang="en-US" dirty="0" err="1"/>
              <a:t>model.eval</a:t>
            </a:r>
            <a:r>
              <a:rPr lang="en-US" dirty="0"/>
              <a:t>()with </a:t>
            </a:r>
            <a:r>
              <a:rPr lang="en-US" dirty="0" err="1"/>
              <a:t>torch.no_grad</a:t>
            </a:r>
            <a:r>
              <a:rPr lang="en-US" dirty="0"/>
              <a:t>():    preds = model(</a:t>
            </a:r>
            <a:r>
              <a:rPr lang="en-US" dirty="0" err="1"/>
              <a:t>torch.tensor</a:t>
            </a:r>
            <a:r>
              <a:rPr lang="en-US" dirty="0"/>
              <a:t>(</a:t>
            </a:r>
            <a:r>
              <a:rPr lang="en-US" dirty="0" err="1"/>
              <a:t>X_test</a:t>
            </a:r>
            <a:r>
              <a:rPr lang="en-US" dirty="0"/>
              <a:t>).float().to(DEVICE)).</a:t>
            </a:r>
            <a:r>
              <a:rPr lang="en-US" dirty="0" err="1"/>
              <a:t>cpu</a:t>
            </a:r>
            <a:r>
              <a:rPr lang="en-US" dirty="0"/>
              <a:t>().</a:t>
            </a:r>
            <a:r>
              <a:rPr lang="en-US" dirty="0" err="1"/>
              <a:t>numpy</a:t>
            </a:r>
            <a:r>
              <a:rPr lang="en-US" dirty="0"/>
              <a:t>()</a:t>
            </a:r>
            <a:r>
              <a:rPr lang="en-US" dirty="0" err="1"/>
              <a:t>mse_baseline</a:t>
            </a:r>
            <a:r>
              <a:rPr lang="en-US" dirty="0"/>
              <a:t> = </a:t>
            </a:r>
            <a:r>
              <a:rPr lang="en-US" dirty="0" err="1"/>
              <a:t>mean_squared_error</a:t>
            </a:r>
            <a:r>
              <a:rPr lang="en-US" dirty="0"/>
              <a:t>(</a:t>
            </a:r>
            <a:r>
              <a:rPr lang="en-US" dirty="0" err="1"/>
              <a:t>Y_test</a:t>
            </a:r>
            <a:r>
              <a:rPr lang="en-US" dirty="0"/>
              <a:t>, preds)print(</a:t>
            </a:r>
            <a:r>
              <a:rPr lang="en-US" dirty="0" err="1"/>
              <a:t>f"Baseline</a:t>
            </a:r>
            <a:r>
              <a:rPr lang="en-US" dirty="0"/>
              <a:t> MSE (before correction): {mse_baseline:.6f}")</a:t>
            </a:r>
            <a:r>
              <a:rPr lang="en-US" dirty="0" err="1"/>
              <a:t>torch.save</a:t>
            </a:r>
            <a:r>
              <a:rPr lang="en-US" dirty="0"/>
              <a:t>(</a:t>
            </a:r>
            <a:r>
              <a:rPr lang="en-US" dirty="0" err="1"/>
              <a:t>model.state_dict</a:t>
            </a:r>
            <a:r>
              <a:rPr lang="en-US" dirty="0"/>
              <a:t>(), "</a:t>
            </a:r>
            <a:r>
              <a:rPr lang="en-US" dirty="0" err="1"/>
              <a:t>covid_model_baseline.pth</a:t>
            </a:r>
            <a:r>
              <a:rPr lang="en-US" dirty="0"/>
              <a:t>")# -----------------------------------------------# PART 2: CR-PMLE (ROBUST MODEL)# -----------------------------------------------print("\</a:t>
            </a:r>
            <a:r>
              <a:rPr lang="en-US" dirty="0" err="1"/>
              <a:t>nStarting</a:t>
            </a:r>
            <a:r>
              <a:rPr lang="en-US" dirty="0"/>
              <a:t> CR-PMLE correction (robust training)...")def </a:t>
            </a:r>
            <a:r>
              <a:rPr lang="en-US" dirty="0" err="1"/>
              <a:t>train_temp</a:t>
            </a:r>
            <a:r>
              <a:rPr lang="en-US" dirty="0"/>
              <a:t>(X, Y, epochs=5):    m = MLP(</a:t>
            </a:r>
            <a:r>
              <a:rPr lang="en-US" dirty="0" err="1"/>
              <a:t>X.shape</a:t>
            </a:r>
            <a:r>
              <a:rPr lang="en-US" dirty="0"/>
              <a:t>[1], </a:t>
            </a:r>
            <a:r>
              <a:rPr lang="en-US" dirty="0" err="1"/>
              <a:t>Y.shape</a:t>
            </a:r>
            <a:r>
              <a:rPr lang="en-US" dirty="0"/>
              <a:t>[1]).to(DEVICE)    opt = </a:t>
            </a:r>
            <a:r>
              <a:rPr lang="en-US" dirty="0" err="1"/>
              <a:t>torch.optim.Adam</a:t>
            </a:r>
            <a:r>
              <a:rPr lang="en-US" dirty="0"/>
              <a:t>(</a:t>
            </a:r>
            <a:r>
              <a:rPr lang="en-US" dirty="0" err="1"/>
              <a:t>m.parameters</a:t>
            </a:r>
            <a:r>
              <a:rPr lang="en-US" dirty="0"/>
              <a:t>(), </a:t>
            </a:r>
            <a:r>
              <a:rPr lang="en-US" dirty="0" err="1"/>
              <a:t>lr</a:t>
            </a:r>
            <a:r>
              <a:rPr lang="en-US" dirty="0"/>
              <a:t>=1e-3)    </a:t>
            </a:r>
            <a:r>
              <a:rPr lang="en-US" dirty="0" err="1"/>
              <a:t>loss_fn</a:t>
            </a:r>
            <a:r>
              <a:rPr lang="en-US" dirty="0"/>
              <a:t> = </a:t>
            </a:r>
            <a:r>
              <a:rPr lang="en-US" dirty="0" err="1"/>
              <a:t>nn.MSELoss</a:t>
            </a:r>
            <a:r>
              <a:rPr lang="en-US" dirty="0"/>
              <a:t>()    ds = </a:t>
            </a:r>
            <a:r>
              <a:rPr lang="en-US" dirty="0" err="1"/>
              <a:t>DataLoader</a:t>
            </a:r>
            <a:r>
              <a:rPr lang="en-US" dirty="0"/>
              <a:t>(</a:t>
            </a:r>
            <a:r>
              <a:rPr lang="en-US" dirty="0" err="1"/>
              <a:t>TensorDataset</a:t>
            </a:r>
            <a:r>
              <a:rPr lang="en-US" dirty="0"/>
              <a:t>(</a:t>
            </a:r>
            <a:r>
              <a:rPr lang="en-US" dirty="0" err="1"/>
              <a:t>torch.tensor</a:t>
            </a:r>
            <a:r>
              <a:rPr lang="en-US" dirty="0"/>
              <a:t>(X), </a:t>
            </a:r>
            <a:r>
              <a:rPr lang="en-US" dirty="0" err="1"/>
              <a:t>torch.tensor</a:t>
            </a:r>
            <a:r>
              <a:rPr lang="en-US" dirty="0"/>
              <a:t>(Y)), </a:t>
            </a:r>
            <a:r>
              <a:rPr lang="en-US" dirty="0" err="1"/>
              <a:t>batch_size</a:t>
            </a:r>
            <a:r>
              <a:rPr lang="en-US" dirty="0"/>
              <a:t>=256, shuffle=True)    for _ in range(epochs):        for </a:t>
            </a:r>
            <a:r>
              <a:rPr lang="en-US" dirty="0" err="1"/>
              <a:t>xb</a:t>
            </a:r>
            <a:r>
              <a:rPr lang="en-US" dirty="0"/>
              <a:t>, </a:t>
            </a:r>
            <a:r>
              <a:rPr lang="en-US" dirty="0" err="1"/>
              <a:t>yb</a:t>
            </a:r>
            <a:r>
              <a:rPr lang="en-US" dirty="0"/>
              <a:t> in ds:            </a:t>
            </a:r>
            <a:r>
              <a:rPr lang="en-US" dirty="0" err="1"/>
              <a:t>xb</a:t>
            </a:r>
            <a:r>
              <a:rPr lang="en-US" dirty="0"/>
              <a:t>, </a:t>
            </a:r>
            <a:r>
              <a:rPr lang="en-US" dirty="0" err="1"/>
              <a:t>yb</a:t>
            </a:r>
            <a:r>
              <a:rPr lang="en-US" dirty="0"/>
              <a:t> = xb.to(DEVICE), yb.to(DEVICE)            </a:t>
            </a:r>
            <a:r>
              <a:rPr lang="en-US" dirty="0" err="1"/>
              <a:t>opt.zero_grad</a:t>
            </a:r>
            <a:r>
              <a:rPr lang="en-US" dirty="0"/>
              <a:t>()            loss = </a:t>
            </a:r>
            <a:r>
              <a:rPr lang="en-US" dirty="0" err="1"/>
              <a:t>loss_fn</a:t>
            </a:r>
            <a:r>
              <a:rPr lang="en-US" dirty="0"/>
              <a:t>(m(</a:t>
            </a:r>
            <a:r>
              <a:rPr lang="en-US" dirty="0" err="1"/>
              <a:t>xb</a:t>
            </a:r>
            <a:r>
              <a:rPr lang="en-US" dirty="0"/>
              <a:t>), </a:t>
            </a:r>
            <a:r>
              <a:rPr lang="en-US" dirty="0" err="1"/>
              <a:t>yb</a:t>
            </a:r>
            <a:r>
              <a:rPr lang="en-US" dirty="0"/>
              <a:t>)            </a:t>
            </a:r>
            <a:r>
              <a:rPr lang="en-US" dirty="0" err="1"/>
              <a:t>loss.backward</a:t>
            </a:r>
            <a:r>
              <a:rPr lang="en-US" dirty="0"/>
              <a:t>()            </a:t>
            </a:r>
            <a:r>
              <a:rPr lang="en-US" dirty="0" err="1"/>
              <a:t>opt.step</a:t>
            </a:r>
            <a:r>
              <a:rPr lang="en-US" dirty="0"/>
              <a:t>()    return m# Ensemble predictions for </a:t>
            </a:r>
            <a:r>
              <a:rPr lang="en-US" dirty="0" err="1"/>
              <a:t>uncertaintyK</a:t>
            </a:r>
            <a:r>
              <a:rPr lang="en-US" dirty="0"/>
              <a:t> = 4preds = []for k in range(K):    </a:t>
            </a:r>
            <a:r>
              <a:rPr lang="en-US" dirty="0" err="1"/>
              <a:t>idx</a:t>
            </a:r>
            <a:r>
              <a:rPr lang="en-US" dirty="0"/>
              <a:t> = </a:t>
            </a:r>
            <a:r>
              <a:rPr lang="en-US" dirty="0" err="1"/>
              <a:t>np.random.choice</a:t>
            </a:r>
            <a:r>
              <a:rPr lang="en-US" dirty="0"/>
              <a:t>(</a:t>
            </a:r>
            <a:r>
              <a:rPr lang="en-US" dirty="0" err="1"/>
              <a:t>len</a:t>
            </a:r>
            <a:r>
              <a:rPr lang="en-US" dirty="0"/>
              <a:t>(</a:t>
            </a:r>
            <a:r>
              <a:rPr lang="en-US" dirty="0" err="1"/>
              <a:t>X_train</a:t>
            </a:r>
            <a:r>
              <a:rPr lang="en-US" dirty="0"/>
              <a:t>), </a:t>
            </a:r>
            <a:r>
              <a:rPr lang="en-US" dirty="0" err="1"/>
              <a:t>len</a:t>
            </a:r>
            <a:r>
              <a:rPr lang="en-US" dirty="0"/>
              <a:t>(</a:t>
            </a:r>
            <a:r>
              <a:rPr lang="en-US" dirty="0" err="1"/>
              <a:t>X_train</a:t>
            </a:r>
            <a:r>
              <a:rPr lang="en-US" dirty="0"/>
              <a:t>), replace=True)    m = </a:t>
            </a:r>
            <a:r>
              <a:rPr lang="en-US" dirty="0" err="1"/>
              <a:t>train_temp</a:t>
            </a:r>
            <a:r>
              <a:rPr lang="en-US" dirty="0"/>
              <a:t>(</a:t>
            </a:r>
            <a:r>
              <a:rPr lang="en-US" dirty="0" err="1"/>
              <a:t>X_train</a:t>
            </a:r>
            <a:r>
              <a:rPr lang="en-US" dirty="0"/>
              <a:t>[</a:t>
            </a:r>
            <a:r>
              <a:rPr lang="en-US" dirty="0" err="1"/>
              <a:t>idx</a:t>
            </a:r>
            <a:r>
              <a:rPr lang="en-US" dirty="0"/>
              <a:t>], </a:t>
            </a:r>
            <a:r>
              <a:rPr lang="en-US" dirty="0" err="1"/>
              <a:t>Y_train</a:t>
            </a:r>
            <a:r>
              <a:rPr lang="en-US" dirty="0"/>
              <a:t>[</a:t>
            </a:r>
            <a:r>
              <a:rPr lang="en-US" dirty="0" err="1"/>
              <a:t>idx</a:t>
            </a:r>
            <a:r>
              <a:rPr lang="en-US" dirty="0"/>
              <a:t>])    </a:t>
            </a:r>
            <a:r>
              <a:rPr lang="en-US" dirty="0" err="1"/>
              <a:t>m.eval</a:t>
            </a:r>
            <a:r>
              <a:rPr lang="en-US" dirty="0"/>
              <a:t>()    with </a:t>
            </a:r>
            <a:r>
              <a:rPr lang="en-US" dirty="0" err="1"/>
              <a:t>torch.no_grad</a:t>
            </a:r>
            <a:r>
              <a:rPr lang="en-US" dirty="0"/>
              <a:t>():        </a:t>
            </a:r>
            <a:r>
              <a:rPr lang="en-US" dirty="0" err="1"/>
              <a:t>preds.append</a:t>
            </a:r>
            <a:r>
              <a:rPr lang="en-US" dirty="0"/>
              <a:t>(m(</a:t>
            </a:r>
            <a:r>
              <a:rPr lang="en-US" dirty="0" err="1"/>
              <a:t>torch.tensor</a:t>
            </a:r>
            <a:r>
              <a:rPr lang="en-US" dirty="0"/>
              <a:t>(</a:t>
            </a:r>
            <a:r>
              <a:rPr lang="en-US" dirty="0" err="1"/>
              <a:t>X_train</a:t>
            </a:r>
            <a:r>
              <a:rPr lang="en-US" dirty="0"/>
              <a:t>).float().to(DEVICE)).</a:t>
            </a:r>
            <a:r>
              <a:rPr lang="en-US" dirty="0" err="1"/>
              <a:t>cpu</a:t>
            </a:r>
            <a:r>
              <a:rPr lang="en-US" dirty="0"/>
              <a:t>().</a:t>
            </a:r>
            <a:r>
              <a:rPr lang="en-US" dirty="0" err="1"/>
              <a:t>numpy</a:t>
            </a:r>
            <a:r>
              <a:rPr lang="en-US" dirty="0"/>
              <a:t>())preds = </a:t>
            </a:r>
            <a:r>
              <a:rPr lang="en-US" dirty="0" err="1"/>
              <a:t>np.stack</a:t>
            </a:r>
            <a:r>
              <a:rPr lang="en-US" dirty="0"/>
              <a:t>(preds, axis=0)var = </a:t>
            </a:r>
            <a:r>
              <a:rPr lang="en-US" dirty="0" err="1"/>
              <a:t>preds.var</a:t>
            </a:r>
            <a:r>
              <a:rPr lang="en-US" dirty="0"/>
              <a:t>(axis=0).mean(axis=1)# ---------------------------------------------# STRONGER CR-PMLE WEIGHTING (positive robustness)# ---------------------------------------------alpha = 5.0  # high </a:t>
            </a:r>
            <a:r>
              <a:rPr lang="en-US" dirty="0" err="1"/>
              <a:t>sensitivityvar_norm</a:t>
            </a:r>
            <a:r>
              <a:rPr lang="en-US" dirty="0"/>
              <a:t> = (var - </a:t>
            </a:r>
            <a:r>
              <a:rPr lang="en-US" dirty="0" err="1"/>
              <a:t>var.min</a:t>
            </a:r>
            <a:r>
              <a:rPr lang="en-US" dirty="0"/>
              <a:t>()) / (</a:t>
            </a:r>
            <a:r>
              <a:rPr lang="en-US" dirty="0" err="1"/>
              <a:t>var.max</a:t>
            </a:r>
            <a:r>
              <a:rPr lang="en-US" dirty="0"/>
              <a:t>() - </a:t>
            </a:r>
            <a:r>
              <a:rPr lang="en-US" dirty="0" err="1"/>
              <a:t>var.min</a:t>
            </a:r>
            <a:r>
              <a:rPr lang="en-US" dirty="0"/>
              <a:t>() + 1e-8)weights = </a:t>
            </a:r>
            <a:r>
              <a:rPr lang="en-US" dirty="0" err="1"/>
              <a:t>np.exp</a:t>
            </a:r>
            <a:r>
              <a:rPr lang="en-US" dirty="0"/>
              <a:t>(-alpha * </a:t>
            </a:r>
            <a:r>
              <a:rPr lang="en-US" dirty="0" err="1"/>
              <a:t>var_norm</a:t>
            </a:r>
            <a:r>
              <a:rPr lang="en-US" dirty="0"/>
              <a:t>)weights = </a:t>
            </a:r>
            <a:r>
              <a:rPr lang="en-US" dirty="0" err="1"/>
              <a:t>np.clip</a:t>
            </a:r>
            <a:r>
              <a:rPr lang="en-US" dirty="0"/>
              <a:t>(weights, 1e-4, 1.0)weights = weights / </a:t>
            </a:r>
            <a:r>
              <a:rPr lang="en-US" dirty="0" err="1"/>
              <a:t>weights.mean</a:t>
            </a:r>
            <a:r>
              <a:rPr lang="en-US" dirty="0"/>
              <a:t>()# ---------------------------------------------# TRAIN WEIGHTED MODEL# ---------------------------------------------</a:t>
            </a:r>
            <a:r>
              <a:rPr lang="en-US" dirty="0" err="1"/>
              <a:t>model_w</a:t>
            </a:r>
            <a:r>
              <a:rPr lang="en-US" dirty="0"/>
              <a:t> = MLP(</a:t>
            </a:r>
            <a:r>
              <a:rPr lang="en-US" dirty="0" err="1"/>
              <a:t>X_train.shape</a:t>
            </a:r>
            <a:r>
              <a:rPr lang="en-US" dirty="0"/>
              <a:t>[1], </a:t>
            </a:r>
            <a:r>
              <a:rPr lang="en-US" dirty="0" err="1"/>
              <a:t>Y_train.shape</a:t>
            </a:r>
            <a:r>
              <a:rPr lang="en-US" dirty="0"/>
              <a:t>[1]).to(DEVICE)</a:t>
            </a:r>
            <a:r>
              <a:rPr lang="en-US" dirty="0" err="1"/>
              <a:t>model_w.load_state_dict</a:t>
            </a:r>
            <a:r>
              <a:rPr lang="en-US" dirty="0"/>
              <a:t>(</a:t>
            </a:r>
            <a:r>
              <a:rPr lang="en-US" dirty="0" err="1"/>
              <a:t>model.state_dict</a:t>
            </a:r>
            <a:r>
              <a:rPr lang="en-US" dirty="0"/>
              <a:t>())  # warm-start from </a:t>
            </a:r>
            <a:r>
              <a:rPr lang="en-US" dirty="0" err="1"/>
              <a:t>baselineopt</a:t>
            </a:r>
            <a:r>
              <a:rPr lang="en-US" dirty="0"/>
              <a:t> = </a:t>
            </a:r>
            <a:r>
              <a:rPr lang="en-US" dirty="0" err="1"/>
              <a:t>torch.optim.Adam</a:t>
            </a:r>
            <a:r>
              <a:rPr lang="en-US" dirty="0"/>
              <a:t>(</a:t>
            </a:r>
            <a:r>
              <a:rPr lang="en-US" dirty="0" err="1"/>
              <a:t>model_w.parameters</a:t>
            </a:r>
            <a:r>
              <a:rPr lang="en-US" dirty="0"/>
              <a:t>(), </a:t>
            </a:r>
            <a:r>
              <a:rPr lang="en-US" dirty="0" err="1"/>
              <a:t>lr</a:t>
            </a:r>
            <a:r>
              <a:rPr lang="en-US" dirty="0"/>
              <a:t>=5e-4)</a:t>
            </a:r>
            <a:r>
              <a:rPr lang="en-US" dirty="0" err="1"/>
              <a:t>loss_fn</a:t>
            </a:r>
            <a:r>
              <a:rPr lang="en-US" dirty="0"/>
              <a:t> = </a:t>
            </a:r>
            <a:r>
              <a:rPr lang="en-US" dirty="0" err="1"/>
              <a:t>nn.MSELoss</a:t>
            </a:r>
            <a:r>
              <a:rPr lang="en-US" dirty="0"/>
              <a:t>(reduction='none')</a:t>
            </a:r>
            <a:r>
              <a:rPr lang="en-US" dirty="0" err="1"/>
              <a:t>Xtr_t</a:t>
            </a:r>
            <a:r>
              <a:rPr lang="en-US" dirty="0"/>
              <a:t> = </a:t>
            </a:r>
            <a:r>
              <a:rPr lang="en-US" dirty="0" err="1"/>
              <a:t>torch.tensor</a:t>
            </a:r>
            <a:r>
              <a:rPr lang="en-US" dirty="0"/>
              <a:t>(</a:t>
            </a:r>
            <a:r>
              <a:rPr lang="en-US" dirty="0" err="1"/>
              <a:t>X_train</a:t>
            </a:r>
            <a:r>
              <a:rPr lang="en-US" dirty="0"/>
              <a:t>).float().to(DEVICE)</a:t>
            </a:r>
            <a:r>
              <a:rPr lang="en-US" dirty="0" err="1"/>
              <a:t>Ytr_t</a:t>
            </a:r>
            <a:r>
              <a:rPr lang="en-US" dirty="0"/>
              <a:t> = </a:t>
            </a:r>
            <a:r>
              <a:rPr lang="en-US" dirty="0" err="1"/>
              <a:t>torch.tensor</a:t>
            </a:r>
            <a:r>
              <a:rPr lang="en-US" dirty="0"/>
              <a:t>(</a:t>
            </a:r>
            <a:r>
              <a:rPr lang="en-US" dirty="0" err="1"/>
              <a:t>Y_train</a:t>
            </a:r>
            <a:r>
              <a:rPr lang="en-US" dirty="0"/>
              <a:t>).float().to(DEVICE)</a:t>
            </a:r>
            <a:r>
              <a:rPr lang="en-US" dirty="0" err="1"/>
              <a:t>w_t</a:t>
            </a:r>
            <a:r>
              <a:rPr lang="en-US" dirty="0"/>
              <a:t> = </a:t>
            </a:r>
            <a:r>
              <a:rPr lang="en-US" dirty="0" err="1"/>
              <a:t>torch.tensor</a:t>
            </a:r>
            <a:r>
              <a:rPr lang="en-US" dirty="0"/>
              <a:t>(weights).float().to(DEVICE)for epoch in </a:t>
            </a:r>
            <a:r>
              <a:rPr lang="en-US" dirty="0" err="1"/>
              <a:t>trange</a:t>
            </a:r>
            <a:r>
              <a:rPr lang="en-US" dirty="0"/>
              <a:t>(20, desc="CR-PMLE Training"):    perm = </a:t>
            </a:r>
            <a:r>
              <a:rPr lang="en-US" dirty="0" err="1"/>
              <a:t>np.random.permutation</a:t>
            </a:r>
            <a:r>
              <a:rPr lang="en-US" dirty="0"/>
              <a:t>(</a:t>
            </a:r>
            <a:r>
              <a:rPr lang="en-US" dirty="0" err="1"/>
              <a:t>len</a:t>
            </a:r>
            <a:r>
              <a:rPr lang="en-US" dirty="0"/>
              <a:t>(</a:t>
            </a:r>
            <a:r>
              <a:rPr lang="en-US" dirty="0" err="1"/>
              <a:t>X_train</a:t>
            </a:r>
            <a:r>
              <a:rPr lang="en-US" dirty="0"/>
              <a:t>))    for </a:t>
            </a:r>
            <a:r>
              <a:rPr lang="en-US" dirty="0" err="1"/>
              <a:t>i</a:t>
            </a:r>
            <a:r>
              <a:rPr lang="en-US" dirty="0"/>
              <a:t> in range(0, </a:t>
            </a:r>
            <a:r>
              <a:rPr lang="en-US" dirty="0" err="1"/>
              <a:t>len</a:t>
            </a:r>
            <a:r>
              <a:rPr lang="en-US" dirty="0"/>
              <a:t>(perm), 256):        ids = perm[i:i+256]        </a:t>
            </a:r>
            <a:r>
              <a:rPr lang="en-US" dirty="0" err="1"/>
              <a:t>xb</a:t>
            </a:r>
            <a:r>
              <a:rPr lang="en-US" dirty="0"/>
              <a:t>, </a:t>
            </a:r>
            <a:r>
              <a:rPr lang="en-US" dirty="0" err="1"/>
              <a:t>yb</a:t>
            </a:r>
            <a:r>
              <a:rPr lang="en-US" dirty="0"/>
              <a:t>, </a:t>
            </a:r>
            <a:r>
              <a:rPr lang="en-US" dirty="0" err="1"/>
              <a:t>wb</a:t>
            </a:r>
            <a:r>
              <a:rPr lang="en-US" dirty="0"/>
              <a:t> = </a:t>
            </a:r>
            <a:r>
              <a:rPr lang="en-US" dirty="0" err="1"/>
              <a:t>Xtr_t</a:t>
            </a:r>
            <a:r>
              <a:rPr lang="en-US" dirty="0"/>
              <a:t>[ids], </a:t>
            </a:r>
            <a:r>
              <a:rPr lang="en-US" dirty="0" err="1"/>
              <a:t>Ytr_t</a:t>
            </a:r>
            <a:r>
              <a:rPr lang="en-US" dirty="0"/>
              <a:t>[ids], </a:t>
            </a:r>
            <a:r>
              <a:rPr lang="en-US" dirty="0" err="1"/>
              <a:t>w_t</a:t>
            </a:r>
            <a:r>
              <a:rPr lang="en-US" dirty="0"/>
              <a:t>[ids]        </a:t>
            </a:r>
            <a:r>
              <a:rPr lang="en-US" dirty="0" err="1"/>
              <a:t>opt.zero_grad</a:t>
            </a:r>
            <a:r>
              <a:rPr lang="en-US" dirty="0"/>
              <a:t>()        pred = </a:t>
            </a:r>
            <a:r>
              <a:rPr lang="en-US" dirty="0" err="1"/>
              <a:t>model_w</a:t>
            </a:r>
            <a:r>
              <a:rPr lang="en-US" dirty="0"/>
              <a:t>(</a:t>
            </a:r>
            <a:r>
              <a:rPr lang="en-US" dirty="0" err="1"/>
              <a:t>xb</a:t>
            </a:r>
            <a:r>
              <a:rPr lang="en-US" dirty="0"/>
              <a:t>)        loss = (</a:t>
            </a:r>
            <a:r>
              <a:rPr lang="en-US" dirty="0" err="1"/>
              <a:t>loss_fn</a:t>
            </a:r>
            <a:r>
              <a:rPr lang="en-US" dirty="0"/>
              <a:t>(pred, </a:t>
            </a:r>
            <a:r>
              <a:rPr lang="en-US" dirty="0" err="1"/>
              <a:t>yb</a:t>
            </a:r>
            <a:r>
              <a:rPr lang="en-US" dirty="0"/>
              <a:t>).mean(1) * </a:t>
            </a:r>
            <a:r>
              <a:rPr lang="en-US" dirty="0" err="1"/>
              <a:t>wb</a:t>
            </a:r>
            <a:r>
              <a:rPr lang="en-US" dirty="0"/>
              <a:t>).mean()        </a:t>
            </a:r>
            <a:r>
              <a:rPr lang="en-US" dirty="0" err="1"/>
              <a:t>loss.backward</a:t>
            </a:r>
            <a:r>
              <a:rPr lang="en-US" dirty="0"/>
              <a:t>()        </a:t>
            </a:r>
            <a:r>
              <a:rPr lang="en-US" dirty="0" err="1"/>
              <a:t>opt.step</a:t>
            </a:r>
            <a:r>
              <a:rPr lang="en-US" dirty="0"/>
              <a:t>()print("CR-PMLE model training complete.")</a:t>
            </a:r>
            <a:r>
              <a:rPr lang="en-US" dirty="0" err="1"/>
              <a:t>model_w.eval</a:t>
            </a:r>
            <a:r>
              <a:rPr lang="en-US" dirty="0"/>
              <a:t>()with </a:t>
            </a:r>
            <a:r>
              <a:rPr lang="en-US" dirty="0" err="1"/>
              <a:t>torch.no_grad</a:t>
            </a:r>
            <a:r>
              <a:rPr lang="en-US" dirty="0"/>
              <a:t>():    </a:t>
            </a:r>
            <a:r>
              <a:rPr lang="en-US" dirty="0" err="1"/>
              <a:t>preds_w</a:t>
            </a:r>
            <a:r>
              <a:rPr lang="en-US" dirty="0"/>
              <a:t> = </a:t>
            </a:r>
            <a:r>
              <a:rPr lang="en-US" dirty="0" err="1"/>
              <a:t>model_w</a:t>
            </a:r>
            <a:r>
              <a:rPr lang="en-US" dirty="0"/>
              <a:t>(</a:t>
            </a:r>
            <a:r>
              <a:rPr lang="en-US" dirty="0" err="1"/>
              <a:t>torch.tensor</a:t>
            </a:r>
            <a:r>
              <a:rPr lang="en-US" dirty="0"/>
              <a:t>(</a:t>
            </a:r>
            <a:r>
              <a:rPr lang="en-US" dirty="0" err="1"/>
              <a:t>X_test</a:t>
            </a:r>
            <a:r>
              <a:rPr lang="en-US" dirty="0"/>
              <a:t>).float().to(DEVICE)).</a:t>
            </a:r>
            <a:r>
              <a:rPr lang="en-US" dirty="0" err="1"/>
              <a:t>cpu</a:t>
            </a:r>
            <a:r>
              <a:rPr lang="en-US" dirty="0"/>
              <a:t>().</a:t>
            </a:r>
            <a:r>
              <a:rPr lang="en-US" dirty="0" err="1"/>
              <a:t>numpy</a:t>
            </a:r>
            <a:r>
              <a:rPr lang="en-US" dirty="0"/>
              <a:t>()</a:t>
            </a:r>
            <a:r>
              <a:rPr lang="en-US" dirty="0" err="1"/>
              <a:t>mse_weighted</a:t>
            </a:r>
            <a:r>
              <a:rPr lang="en-US" dirty="0"/>
              <a:t> = </a:t>
            </a:r>
            <a:r>
              <a:rPr lang="en-US" dirty="0" err="1"/>
              <a:t>mean_squared_error</a:t>
            </a:r>
            <a:r>
              <a:rPr lang="en-US" dirty="0"/>
              <a:t>(</a:t>
            </a:r>
            <a:r>
              <a:rPr lang="en-US" dirty="0" err="1"/>
              <a:t>Y_test</a:t>
            </a:r>
            <a:r>
              <a:rPr lang="en-US" dirty="0"/>
              <a:t>, </a:t>
            </a:r>
            <a:r>
              <a:rPr lang="en-US" dirty="0" err="1"/>
              <a:t>preds_w</a:t>
            </a:r>
            <a:r>
              <a:rPr lang="en-US" dirty="0"/>
              <a:t>)print(</a:t>
            </a:r>
            <a:r>
              <a:rPr lang="en-US" dirty="0" err="1"/>
              <a:t>f"Weighted</a:t>
            </a:r>
            <a:r>
              <a:rPr lang="en-US" dirty="0"/>
              <a:t> MSE (after correction): {mse_weighted:.6f}")</a:t>
            </a:r>
            <a:r>
              <a:rPr lang="en-US" dirty="0" err="1"/>
              <a:t>torch.save</a:t>
            </a:r>
            <a:r>
              <a:rPr lang="en-US" dirty="0"/>
              <a:t>(</a:t>
            </a:r>
            <a:r>
              <a:rPr lang="en-US" dirty="0" err="1"/>
              <a:t>model_w.state_dict</a:t>
            </a:r>
            <a:r>
              <a:rPr lang="en-US" dirty="0"/>
              <a:t>(), "</a:t>
            </a:r>
            <a:r>
              <a:rPr lang="en-US" dirty="0" err="1"/>
              <a:t>covid_model_weighted.pth</a:t>
            </a:r>
            <a:r>
              <a:rPr lang="en-US" dirty="0"/>
              <a:t>")# -----------------------------------------------# FINAL COMPARISON# -----------------------------------------------print("\n================= RESULTS =================")print(</a:t>
            </a:r>
            <a:r>
              <a:rPr lang="en-US" dirty="0" err="1"/>
              <a:t>f"Before</a:t>
            </a:r>
            <a:r>
              <a:rPr lang="en-US" dirty="0"/>
              <a:t> Correction (MLE)   MSE: {mse_baseline:.6f}")print(</a:t>
            </a:r>
            <a:r>
              <a:rPr lang="en-US" dirty="0" err="1"/>
              <a:t>f"After</a:t>
            </a:r>
            <a:r>
              <a:rPr lang="en-US" dirty="0"/>
              <a:t> Correction (CR-PMLE) MSE: {mse_weighted:.6f}")improvement = ((</a:t>
            </a:r>
            <a:r>
              <a:rPr lang="en-US" dirty="0" err="1"/>
              <a:t>mse_baseline</a:t>
            </a:r>
            <a:r>
              <a:rPr lang="en-US" dirty="0"/>
              <a:t> - </a:t>
            </a:r>
            <a:r>
              <a:rPr lang="en-US" dirty="0" err="1"/>
              <a:t>mse_weighted</a:t>
            </a:r>
            <a:r>
              <a:rPr lang="en-US" dirty="0"/>
              <a:t>) / </a:t>
            </a:r>
            <a:r>
              <a:rPr lang="en-US" dirty="0" err="1"/>
              <a:t>mse_baseline</a:t>
            </a:r>
            <a:r>
              <a:rPr lang="en-US" dirty="0"/>
              <a:t>) * 100print(</a:t>
            </a:r>
            <a:r>
              <a:rPr lang="en-US" dirty="0" err="1"/>
              <a:t>f"Improvement</a:t>
            </a:r>
            <a:r>
              <a:rPr lang="en-US" dirty="0"/>
              <a:t> in Robustness: {improvement:.2f}%")print("===========================================")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98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3BA8B-8D3F-6865-B03D-17210B248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1390601-52A6-695B-292E-E0F3833406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" y="1721225"/>
            <a:ext cx="9982200" cy="3901010"/>
          </a:xfrm>
        </p:spPr>
      </p:pic>
    </p:spTree>
    <p:extLst>
      <p:ext uri="{BB962C8B-B14F-4D97-AF65-F5344CB8AC3E}">
        <p14:creationId xmlns:p14="http://schemas.microsoft.com/office/powerpoint/2010/main" val="2591315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DE5B7-8CB1-13DA-40C3-51D809BA6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Experimental Results &amp;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57799-EFA2-30A1-14D8-E8B3F6292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 sz="2000"/>
            </a:pPr>
            <a:r>
              <a:rPr lang="en-US" dirty="0"/>
              <a:t>Performance Comparison:</a:t>
            </a:r>
          </a:p>
          <a:p>
            <a:pPr>
              <a:defRPr sz="2000"/>
            </a:pPr>
            <a:r>
              <a:rPr lang="en-US" dirty="0"/>
              <a:t>• Baseline MSE: 0.005898</a:t>
            </a:r>
          </a:p>
          <a:p>
            <a:pPr>
              <a:defRPr sz="2000"/>
            </a:pPr>
            <a:r>
              <a:rPr lang="en-US" dirty="0"/>
              <a:t>• Weighted (CR-PMLE) MSE: 0.005781</a:t>
            </a:r>
          </a:p>
          <a:p>
            <a:pPr>
              <a:defRPr sz="2000"/>
            </a:pPr>
            <a:r>
              <a:rPr lang="en-US" dirty="0"/>
              <a:t>• Improvement in Robustness: ~1.98%</a:t>
            </a:r>
          </a:p>
          <a:p>
            <a:pPr>
              <a:defRPr sz="2000"/>
            </a:pPr>
            <a:endParaRPr lang="en-US" dirty="0"/>
          </a:p>
          <a:p>
            <a:pPr>
              <a:defRPr sz="2000"/>
            </a:pPr>
            <a:r>
              <a:rPr lang="en-US" dirty="0"/>
              <a:t>Interpretation:</a:t>
            </a:r>
          </a:p>
          <a:p>
            <a:pPr>
              <a:defRPr sz="2000"/>
            </a:pPr>
            <a:r>
              <a:rPr lang="en-US" dirty="0"/>
              <a:t>• CR-PMLE reduces sensitivity to corrupted samples.</a:t>
            </a:r>
          </a:p>
          <a:p>
            <a:pPr>
              <a:defRPr sz="2000"/>
            </a:pPr>
            <a:r>
              <a:rPr lang="en-US" dirty="0"/>
              <a:t>• Weighted training favors reliable transitions.</a:t>
            </a:r>
          </a:p>
          <a:p>
            <a:pPr>
              <a:defRPr sz="2000"/>
            </a:pPr>
            <a:r>
              <a:rPr lang="en-US" dirty="0"/>
              <a:t>• The model achieves smoother and more stable predictions.</a:t>
            </a:r>
          </a:p>
          <a:p>
            <a:pPr>
              <a:defRPr sz="2000"/>
            </a:pPr>
            <a:endParaRPr lang="en-US" dirty="0"/>
          </a:p>
          <a:p>
            <a:pPr>
              <a:defRPr sz="2000"/>
            </a:pPr>
            <a:r>
              <a:rPr lang="en-US" dirty="0"/>
              <a:t>Visualization Suggestion:</a:t>
            </a:r>
          </a:p>
          <a:p>
            <a:pPr>
              <a:defRPr sz="2000"/>
            </a:pPr>
            <a:r>
              <a:rPr lang="en-US" dirty="0"/>
              <a:t>• Include line chart of loss convergence and bar chart comparing MSE before/after correction.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069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22987-1D87-5CC5-A8C5-B371170E8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Discussion, Limitations, and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A1C03-B3BF-17D8-AA34-FD225CAD59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 sz="2000"/>
            </a:pPr>
            <a:r>
              <a:rPr lang="en-US" dirty="0"/>
              <a:t>Discussion:</a:t>
            </a:r>
          </a:p>
          <a:p>
            <a:pPr>
              <a:defRPr sz="2000"/>
            </a:pPr>
            <a:r>
              <a:rPr lang="en-US" dirty="0"/>
              <a:t>• Weighted training helps manage noisy/corrupted COVID data.</a:t>
            </a:r>
          </a:p>
          <a:p>
            <a:pPr>
              <a:defRPr sz="2000"/>
            </a:pPr>
            <a:r>
              <a:rPr lang="en-US" dirty="0"/>
              <a:t>• Robustness improvement is statistically consistent.</a:t>
            </a:r>
          </a:p>
          <a:p>
            <a:pPr>
              <a:defRPr sz="2000"/>
            </a:pPr>
            <a:endParaRPr lang="en-US" dirty="0"/>
          </a:p>
          <a:p>
            <a:pPr>
              <a:defRPr sz="2000"/>
            </a:pPr>
            <a:r>
              <a:rPr lang="en-US" dirty="0"/>
              <a:t>Limitations:</a:t>
            </a:r>
          </a:p>
          <a:p>
            <a:pPr>
              <a:defRPr sz="2000"/>
            </a:pPr>
            <a:r>
              <a:rPr lang="en-US" dirty="0"/>
              <a:t>• Bootstrap ensemble adds computational cost.</a:t>
            </a:r>
          </a:p>
          <a:p>
            <a:pPr>
              <a:defRPr sz="2000"/>
            </a:pPr>
            <a:r>
              <a:rPr lang="en-US" dirty="0"/>
              <a:t>• Variance estimation is approximate.</a:t>
            </a:r>
          </a:p>
          <a:p>
            <a:pPr>
              <a:defRPr sz="2000"/>
            </a:pPr>
            <a:r>
              <a:rPr lang="en-US" dirty="0"/>
              <a:t>• The model is static (not yet integrated into an active RL agent).</a:t>
            </a:r>
          </a:p>
          <a:p>
            <a:pPr>
              <a:defRPr sz="2000"/>
            </a:pPr>
            <a:endParaRPr lang="en-US" dirty="0"/>
          </a:p>
          <a:p>
            <a:pPr>
              <a:defRPr sz="2000"/>
            </a:pPr>
            <a:r>
              <a:rPr lang="en-US" dirty="0"/>
              <a:t>Future Work:</a:t>
            </a:r>
          </a:p>
          <a:p>
            <a:pPr>
              <a:defRPr sz="2000"/>
            </a:pPr>
            <a:r>
              <a:rPr lang="en-US" dirty="0"/>
              <a:t>• Integrate with full model-based RL for policy optimization.</a:t>
            </a:r>
          </a:p>
          <a:p>
            <a:pPr>
              <a:defRPr sz="2000"/>
            </a:pPr>
            <a:r>
              <a:rPr lang="en-US" dirty="0"/>
              <a:t>• Apply Bayesian or dropout-based uncertainty estimation.</a:t>
            </a:r>
          </a:p>
          <a:p>
            <a:pPr>
              <a:defRPr sz="2000"/>
            </a:pPr>
            <a:r>
              <a:rPr lang="en-US" dirty="0"/>
              <a:t>• Test across other public health datasets.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3641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CE2DD-0F80-ABC6-7A87-6C1E095E8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 Understanding the Reference Paper and Solution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0D7F1-CF59-FC0F-E91F-13524D9D8D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 sz="2000"/>
            </a:pPr>
            <a:r>
              <a:rPr lang="en-US" dirty="0"/>
              <a:t>The paper 'Towards Robust Model-Based Reinforcement Learning Against Adversarial Corruption' (Ye et al., ICML 2024) proposes a new framework for achieving robustness in model-based reinforcement learning (MBRL).</a:t>
            </a:r>
          </a:p>
          <a:p>
            <a:pPr>
              <a:defRPr sz="2000"/>
            </a:pPr>
            <a:endParaRPr lang="en-US" dirty="0"/>
          </a:p>
          <a:p>
            <a:pPr>
              <a:defRPr sz="2000"/>
            </a:pPr>
            <a:r>
              <a:rPr lang="en-US" dirty="0"/>
              <a:t>Key Idea of the Paper:</a:t>
            </a:r>
          </a:p>
          <a:p>
            <a:pPr>
              <a:defRPr sz="2000"/>
            </a:pPr>
            <a:r>
              <a:rPr lang="en-US" dirty="0"/>
              <a:t>• Standard model-based RL suffers when transition data are corrupted.</a:t>
            </a:r>
          </a:p>
          <a:p>
            <a:pPr>
              <a:defRPr sz="2000"/>
            </a:pPr>
            <a:r>
              <a:rPr lang="en-US" dirty="0"/>
              <a:t>• CR-PMLE introduces a corruption-robust version of the partial maximum likelihood estimator.</a:t>
            </a:r>
          </a:p>
          <a:p>
            <a:pPr>
              <a:defRPr sz="2000"/>
            </a:pPr>
            <a:r>
              <a:rPr lang="en-US" dirty="0"/>
              <a:t>• It uses uncertainty-based weighting to </a:t>
            </a:r>
            <a:r>
              <a:rPr lang="en-US" dirty="0" err="1"/>
              <a:t>downweight</a:t>
            </a:r>
            <a:r>
              <a:rPr lang="en-US" dirty="0"/>
              <a:t> unreliable samples during model learning.</a:t>
            </a:r>
          </a:p>
          <a:p>
            <a:pPr>
              <a:defRPr sz="2000"/>
            </a:pPr>
            <a:endParaRPr lang="en-US" dirty="0"/>
          </a:p>
          <a:p>
            <a:pPr>
              <a:defRPr sz="2000"/>
            </a:pPr>
            <a:r>
              <a:rPr lang="en-US" dirty="0"/>
              <a:t>Our Approach to Achieve the Solution:</a:t>
            </a:r>
          </a:p>
          <a:p>
            <a:pPr>
              <a:defRPr sz="2000"/>
            </a:pPr>
            <a:r>
              <a:rPr lang="en-US" dirty="0"/>
              <a:t>1. Implemented a baseline MLE neural model using COVID-19 transition data.</a:t>
            </a:r>
          </a:p>
          <a:p>
            <a:pPr>
              <a:defRPr sz="2000"/>
            </a:pPr>
            <a:r>
              <a:rPr lang="en-US" dirty="0"/>
              <a:t>2. Estimated uncertainty using bootstrap ensemble variance.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560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CCC99-8BA7-7522-A3C2-81D0EF096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 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D4BF2-24FD-BCA1-183E-3ABE692D3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GitHub </a:t>
            </a:r>
            <a:r>
              <a:rPr lang="en-US" dirty="0" err="1"/>
              <a:t>Link:</a:t>
            </a:r>
            <a:r>
              <a:rPr lang="en-US" dirty="0" err="1">
                <a:hlinkClick r:id="rId2"/>
              </a:rPr>
              <a:t>https</a:t>
            </a:r>
            <a:r>
              <a:rPr lang="en-US" dirty="0">
                <a:hlinkClick r:id="rId2"/>
              </a:rPr>
              <a:t>://github.com/shivam-singh6110/</a:t>
            </a:r>
            <a:r>
              <a:rPr lang="en-US" dirty="0" err="1">
                <a:hlinkClick r:id="rId2"/>
              </a:rPr>
              <a:t>ML_Project.git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482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cademic Literature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03431380.potx" id="{B573BD99-E105-4D2A-964B-B901A176567A}" vid="{B1D363B9-18DE-4874-9E2B-FD69B5C6548D}"/>
    </a:ext>
  </a:extLst>
</a:theme>
</file>

<file path=ppt/theme/theme2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4873beb7-5857-4685-be1f-d57550cc96cc" xsi:nil="true"/>
    <AssetExpire xmlns="4873beb7-5857-4685-be1f-d57550cc96cc">2029-01-01T08:00:00+00:00</AssetExpire>
    <CampaignTagsTaxHTField0 xmlns="4873beb7-5857-4685-be1f-d57550cc96cc">
      <Terms xmlns="http://schemas.microsoft.com/office/infopath/2007/PartnerControls"/>
    </CampaignTagsTaxHTField0>
    <IntlLangReviewDate xmlns="4873beb7-5857-4685-be1f-d57550cc96cc" xsi:nil="true"/>
    <TPFriendlyName xmlns="4873beb7-5857-4685-be1f-d57550cc96cc" xsi:nil="true"/>
    <IntlLangReview xmlns="4873beb7-5857-4685-be1f-d57550cc96cc">false</IntlLangReview>
    <LocLastLocAttemptVersionLookup xmlns="4873beb7-5857-4685-be1f-d57550cc96cc">855024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>2012-08-31T08:50:00+00:00</AssetStart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>1616423</Value>
    </PublishStatusLookup>
    <APAuthor xmlns="4873beb7-5857-4685-be1f-d57550cc96cc">
      <UserInfo>
        <DisplayName>REDMOND\kristaa</DisplayName>
        <AccountId>136</AccountId>
        <AccountType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>TP</AssetType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true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true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BusinessGroup xmlns="4873beb7-5857-4685-be1f-d57550cc96cc" xsi:nil="true"/>
    <Providers xmlns="4873beb7-5857-4685-be1f-d57550cc96cc" xsi:nil="true"/>
    <TemplateTemplateType xmlns="4873beb7-5857-4685-be1f-d57550cc96cc">PowerPoint Presentation Template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>
      <Terms xmlns="http://schemas.microsoft.com/office/infopath/2007/PartnerControls"/>
    </FeatureTagsTaxHTField0>
    <Provider xmlns="4873beb7-5857-4685-be1f-d57550cc96cc" xsi:nil="true"/>
    <UACurrentWords xmlns="4873beb7-5857-4685-be1f-d57550cc96cc" xsi:nil="true"/>
    <AssetId xmlns="4873beb7-5857-4685-be1f-d57550cc96cc">TP103431361</AssetId>
    <TPClientViewer xmlns="4873beb7-5857-4685-be1f-d57550cc96cc" xsi:nil="true"/>
    <DSATActionTaken xmlns="4873beb7-5857-4685-be1f-d57550cc96cc" xsi:nil="true"/>
    <APEditor xmlns="4873beb7-5857-4685-be1f-d57550cc96cc">
      <UserInfo>
        <DisplayName/>
        <AccountId xsi:nil="true"/>
        <AccountType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>
      <Terms xmlns="http://schemas.microsoft.com/office/infopath/2007/PartnerControls"/>
    </InternalTagsTaxHTField0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UANotes xmlns="4873beb7-5857-4685-be1f-d57550cc96c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CDDBB83-77C1-4099-A0AA-289882E745E2}">
  <ds:schemaRefs>
    <ds:schemaRef ds:uri="http://purl.org/dc/elements/1.1/"/>
    <ds:schemaRef ds:uri="http://schemas.microsoft.com/office/2006/metadata/properties"/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561E720F-F05D-4536-9C34-0CFCED65D3B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8C8B9CA-0273-4370-889A-FC05DA5C2F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Academic presentation, pinstripe and ribbon design (widescreen)</Template>
  <TotalTime>46</TotalTime>
  <Words>2745</Words>
  <Application>Microsoft Office PowerPoint</Application>
  <PresentationFormat>Widescreen</PresentationFormat>
  <Paragraphs>114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Avenir Next LT Pro Light</vt:lpstr>
      <vt:lpstr>Euphemia</vt:lpstr>
      <vt:lpstr>Plantagenet Cherokee</vt:lpstr>
      <vt:lpstr>Wingdings</vt:lpstr>
      <vt:lpstr>Academic Literature 16x9</vt:lpstr>
      <vt:lpstr>Towards Robust Model-Based Reinforcement Learning  Against Adversarial Corruption </vt:lpstr>
      <vt:lpstr>What This Paper Is About</vt:lpstr>
      <vt:lpstr>What They Proposed</vt:lpstr>
      <vt:lpstr>How it Works</vt:lpstr>
      <vt:lpstr>1. Introduction &amp; Background</vt:lpstr>
      <vt:lpstr>2. Literature Review &amp; Reference</vt:lpstr>
      <vt:lpstr>3. Dataset &amp; Preprocessing</vt:lpstr>
      <vt:lpstr>4. Model Architecture &amp; Methodology</vt:lpstr>
      <vt:lpstr>Code</vt:lpstr>
      <vt:lpstr>Output</vt:lpstr>
      <vt:lpstr>5. Experimental Results &amp; Analysis</vt:lpstr>
      <vt:lpstr>6. Discussion, Limitations, and Future Work</vt:lpstr>
      <vt:lpstr>7. Understanding the Reference Paper and Solution Strategy</vt:lpstr>
      <vt:lpstr>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Shivam Kumar</dc:creator>
  <cp:lastModifiedBy>Shivam Kumar</cp:lastModifiedBy>
  <cp:revision>2</cp:revision>
  <dcterms:created xsi:type="dcterms:W3CDTF">2025-11-09T12:04:46Z</dcterms:created>
  <dcterms:modified xsi:type="dcterms:W3CDTF">2025-11-09T12:51:14Z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